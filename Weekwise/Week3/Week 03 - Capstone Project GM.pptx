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Roboto"/>
      <p:regular r:id="rId19"/>
      <p:bold r:id="rId20"/>
      <p:italic r:id="rId21"/>
      <p:boldItalic r:id="rId22"/>
    </p:embeddedFont>
    <p:embeddedFont>
      <p:font typeface="Arial Black"/>
      <p:regular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fntdata"/><Relationship Id="rId11" Type="http://schemas.openxmlformats.org/officeDocument/2006/relationships/slide" Target="slides/slide6.xml"/><Relationship Id="rId22" Type="http://schemas.openxmlformats.org/officeDocument/2006/relationships/font" Target="fonts/Roboto-boldItalic.fntdata"/><Relationship Id="rId10" Type="http://schemas.openxmlformats.org/officeDocument/2006/relationships/slide" Target="slides/slide5.xml"/><Relationship Id="rId21" Type="http://schemas.openxmlformats.org/officeDocument/2006/relationships/font" Target="fonts/Roboto-italic.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ArialBlack-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oboto-regular.fnt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g32ef2f06087_0_295:notes"/>
          <p:cNvSpPr/>
          <p:nvPr>
            <p:ph idx="2" type="sldImg"/>
          </p:nvPr>
        </p:nvSpPr>
        <p:spPr>
          <a:xfrm>
            <a:off x="327025" y="687321"/>
            <a:ext cx="6204000" cy="3427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8" name="Google Shape;38;g32ef2f06087_0_295:notes"/>
          <p:cNvSpPr txBox="1"/>
          <p:nvPr>
            <p:ph idx="1" type="body"/>
          </p:nvPr>
        </p:nvSpPr>
        <p:spPr>
          <a:xfrm>
            <a:off x="685800" y="4343406"/>
            <a:ext cx="5486400" cy="4114800"/>
          </a:xfrm>
          <a:prstGeom prst="rect">
            <a:avLst/>
          </a:prstGeom>
          <a:noFill/>
          <a:ln>
            <a:noFill/>
          </a:ln>
        </p:spPr>
        <p:txBody>
          <a:bodyPr anchorCtr="0" anchor="t" bIns="45650" lIns="91325" spcFirstLastPara="1" rIns="91325" wrap="square" tIns="45650">
            <a:noAutofit/>
          </a:bodyPr>
          <a:lstStyle/>
          <a:p>
            <a:pPr indent="0" lvl="0" marL="0" rtl="0" algn="l">
              <a:spcBef>
                <a:spcPts val="0"/>
              </a:spcBef>
              <a:spcAft>
                <a:spcPts val="0"/>
              </a:spcAft>
              <a:buNone/>
            </a:pPr>
            <a:r>
              <a:t/>
            </a:r>
            <a:endParaRPr/>
          </a:p>
        </p:txBody>
      </p:sp>
      <p:sp>
        <p:nvSpPr>
          <p:cNvPr id="39" name="Google Shape;39;g32ef2f06087_0_295:notes"/>
          <p:cNvSpPr txBox="1"/>
          <p:nvPr>
            <p:ph idx="12" type="sldNum"/>
          </p:nvPr>
        </p:nvSpPr>
        <p:spPr>
          <a:xfrm>
            <a:off x="3884613" y="8685226"/>
            <a:ext cx="2971800" cy="457200"/>
          </a:xfrm>
          <a:prstGeom prst="rect">
            <a:avLst/>
          </a:prstGeom>
          <a:noFill/>
          <a:ln>
            <a:noFill/>
          </a:ln>
        </p:spPr>
        <p:txBody>
          <a:bodyPr anchorCtr="0" anchor="b" bIns="45650" lIns="91325" spcFirstLastPara="1" rIns="91325" wrap="square" tIns="4565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g33040f7130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g33040f7130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Ibrahim</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33034fe942f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g33034fe942f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Ibrahim</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2e64779bb9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2e64779bb9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Rohan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3040f7130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3040f7130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2d0e3c5bb4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2d0e3c5bb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rohan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302f8df885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302f8df885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2d0e3c5bb4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2d0e3c5bb4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302f8df885_4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302f8df885_4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2d0e3c5bb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2d0e3c5bb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john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2d0e3c5bb4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2d0e3c5bb4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302d876e0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302d876e0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2eb2ebde2e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2eb2ebde2e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 name="Shape 8"/>
        <p:cNvGrpSpPr/>
        <p:nvPr/>
      </p:nvGrpSpPr>
      <p:grpSpPr>
        <a:xfrm>
          <a:off x="0" y="0"/>
          <a:ext cx="0" cy="0"/>
          <a:chOff x="0" y="0"/>
          <a:chExt cx="0" cy="0"/>
        </a:xfrm>
      </p:grpSpPr>
      <p:sp>
        <p:nvSpPr>
          <p:cNvPr id="9" name="Google Shape;9;p2"/>
          <p:cNvSpPr txBox="1"/>
          <p:nvPr>
            <p:ph type="title"/>
          </p:nvPr>
        </p:nvSpPr>
        <p:spPr>
          <a:xfrm>
            <a:off x="722313" y="3305176"/>
            <a:ext cx="7772400" cy="10215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lt2"/>
              </a:buClr>
              <a:buSzPts val="4000"/>
              <a:buFont typeface="Arial"/>
              <a:buNone/>
              <a:defRPr b="1" sz="4000" cap="none">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 name="Google Shape;10;p2"/>
          <p:cNvSpPr txBox="1"/>
          <p:nvPr>
            <p:ph idx="1" type="body"/>
          </p:nvPr>
        </p:nvSpPr>
        <p:spPr>
          <a:xfrm>
            <a:off x="722313" y="2180035"/>
            <a:ext cx="7772400" cy="112500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chemeClr val="lt2"/>
              </a:buClr>
              <a:buSzPts val="2000"/>
              <a:buNone/>
              <a:defRPr sz="2000">
                <a:solidFill>
                  <a:schemeClr val="lt2"/>
                </a:solidFill>
                <a:latin typeface="Arial"/>
                <a:ea typeface="Arial"/>
                <a:cs typeface="Arial"/>
                <a:sym typeface="Arial"/>
              </a:defRPr>
            </a:lvl1pPr>
            <a:lvl2pPr indent="-228600" lvl="1" marL="914400" algn="l">
              <a:spcBef>
                <a:spcPts val="360"/>
              </a:spcBef>
              <a:spcAft>
                <a:spcPts val="0"/>
              </a:spcAft>
              <a:buClr>
                <a:srgbClr val="D19888"/>
              </a:buClr>
              <a:buSzPts val="1800"/>
              <a:buNone/>
              <a:defRPr sz="1800">
                <a:solidFill>
                  <a:srgbClr val="D19888"/>
                </a:solidFill>
              </a:defRPr>
            </a:lvl2pPr>
            <a:lvl3pPr indent="-228600" lvl="2" marL="1371600" algn="l">
              <a:spcBef>
                <a:spcPts val="320"/>
              </a:spcBef>
              <a:spcAft>
                <a:spcPts val="0"/>
              </a:spcAft>
              <a:buClr>
                <a:srgbClr val="D19888"/>
              </a:buClr>
              <a:buSzPts val="1600"/>
              <a:buNone/>
              <a:defRPr sz="1600">
                <a:solidFill>
                  <a:srgbClr val="D19888"/>
                </a:solidFill>
              </a:defRPr>
            </a:lvl3pPr>
            <a:lvl4pPr indent="-228600" lvl="3" marL="1828800" algn="l">
              <a:spcBef>
                <a:spcPts val="280"/>
              </a:spcBef>
              <a:spcAft>
                <a:spcPts val="0"/>
              </a:spcAft>
              <a:buClr>
                <a:srgbClr val="D19888"/>
              </a:buClr>
              <a:buSzPts val="1400"/>
              <a:buNone/>
              <a:defRPr sz="1400">
                <a:solidFill>
                  <a:srgbClr val="D19888"/>
                </a:solidFill>
              </a:defRPr>
            </a:lvl4pPr>
            <a:lvl5pPr indent="-228600" lvl="4" marL="2286000" algn="l">
              <a:spcBef>
                <a:spcPts val="280"/>
              </a:spcBef>
              <a:spcAft>
                <a:spcPts val="0"/>
              </a:spcAft>
              <a:buClr>
                <a:srgbClr val="D19888"/>
              </a:buClr>
              <a:buSzPts val="1400"/>
              <a:buNone/>
              <a:defRPr sz="1400">
                <a:solidFill>
                  <a:srgbClr val="D19888"/>
                </a:solidFill>
              </a:defRPr>
            </a:lvl5pPr>
            <a:lvl6pPr indent="-228600" lvl="5" marL="2743200" algn="l">
              <a:spcBef>
                <a:spcPts val="280"/>
              </a:spcBef>
              <a:spcAft>
                <a:spcPts val="0"/>
              </a:spcAft>
              <a:buClr>
                <a:srgbClr val="D19888"/>
              </a:buClr>
              <a:buSzPts val="1400"/>
              <a:buNone/>
              <a:defRPr sz="1400">
                <a:solidFill>
                  <a:srgbClr val="D19888"/>
                </a:solidFill>
              </a:defRPr>
            </a:lvl6pPr>
            <a:lvl7pPr indent="-228600" lvl="6" marL="3200400" algn="l">
              <a:spcBef>
                <a:spcPts val="280"/>
              </a:spcBef>
              <a:spcAft>
                <a:spcPts val="0"/>
              </a:spcAft>
              <a:buClr>
                <a:srgbClr val="D19888"/>
              </a:buClr>
              <a:buSzPts val="1400"/>
              <a:buNone/>
              <a:defRPr sz="1400">
                <a:solidFill>
                  <a:srgbClr val="D19888"/>
                </a:solidFill>
              </a:defRPr>
            </a:lvl7pPr>
            <a:lvl8pPr indent="-228600" lvl="7" marL="3657600" algn="l">
              <a:spcBef>
                <a:spcPts val="280"/>
              </a:spcBef>
              <a:spcAft>
                <a:spcPts val="0"/>
              </a:spcAft>
              <a:buClr>
                <a:srgbClr val="D19888"/>
              </a:buClr>
              <a:buSzPts val="1400"/>
              <a:buNone/>
              <a:defRPr sz="1400">
                <a:solidFill>
                  <a:srgbClr val="D19888"/>
                </a:solidFill>
              </a:defRPr>
            </a:lvl8pPr>
            <a:lvl9pPr indent="-228600" lvl="8" marL="4114800" algn="l">
              <a:spcBef>
                <a:spcPts val="280"/>
              </a:spcBef>
              <a:spcAft>
                <a:spcPts val="0"/>
              </a:spcAft>
              <a:buClr>
                <a:srgbClr val="D19888"/>
              </a:buClr>
              <a:buSzPts val="1400"/>
              <a:buNone/>
              <a:defRPr sz="1400">
                <a:solidFill>
                  <a:srgbClr val="D19888"/>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3"/>
          <p:cNvSpPr txBox="1"/>
          <p:nvPr>
            <p:ph type="title"/>
          </p:nvPr>
        </p:nvSpPr>
        <p:spPr>
          <a:xfrm>
            <a:off x="457200" y="685800"/>
            <a:ext cx="8229600" cy="8574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3"/>
          <p:cNvSpPr txBox="1"/>
          <p:nvPr>
            <p:ph idx="1" type="body"/>
          </p:nvPr>
        </p:nvSpPr>
        <p:spPr>
          <a:xfrm>
            <a:off x="457200" y="1682496"/>
            <a:ext cx="8229600" cy="2914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lt2"/>
              </a:buClr>
              <a:buSzPts val="1800"/>
              <a:buChar char="•"/>
              <a:defRPr/>
            </a:lvl1pPr>
            <a:lvl2pPr indent="-342900" lvl="1" marL="914400" algn="l">
              <a:spcBef>
                <a:spcPts val="360"/>
              </a:spcBef>
              <a:spcAft>
                <a:spcPts val="0"/>
              </a:spcAft>
              <a:buClr>
                <a:schemeClr val="lt2"/>
              </a:buClr>
              <a:buSzPts val="1800"/>
              <a:buChar char="–"/>
              <a:defRPr/>
            </a:lvl2pPr>
            <a:lvl3pPr indent="-342900" lvl="2" marL="1371600" algn="l">
              <a:spcBef>
                <a:spcPts val="360"/>
              </a:spcBef>
              <a:spcAft>
                <a:spcPts val="0"/>
              </a:spcAft>
              <a:buClr>
                <a:schemeClr val="lt2"/>
              </a:buClr>
              <a:buSzPts val="1800"/>
              <a:buChar char="•"/>
              <a:defRPr/>
            </a:lvl3pPr>
            <a:lvl4pPr indent="-342900" lvl="3" marL="1828800" algn="l">
              <a:spcBef>
                <a:spcPts val="360"/>
              </a:spcBef>
              <a:spcAft>
                <a:spcPts val="0"/>
              </a:spcAft>
              <a:buClr>
                <a:schemeClr val="lt2"/>
              </a:buClr>
              <a:buSzPts val="1800"/>
              <a:buChar char="–"/>
              <a:defRPr/>
            </a:lvl4pPr>
            <a:lvl5pPr indent="-342900" lvl="4" marL="2286000" algn="l">
              <a:spcBef>
                <a:spcPts val="360"/>
              </a:spcBef>
              <a:spcAft>
                <a:spcPts val="0"/>
              </a:spcAft>
              <a:buClr>
                <a:schemeClr val="lt2"/>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4" name="Shape 14"/>
        <p:cNvGrpSpPr/>
        <p:nvPr/>
      </p:nvGrpSpPr>
      <p:grpSpPr>
        <a:xfrm>
          <a:off x="0" y="0"/>
          <a:ext cx="0" cy="0"/>
          <a:chOff x="0" y="0"/>
          <a:chExt cx="0" cy="0"/>
        </a:xfrm>
      </p:grpSpPr>
      <p:sp>
        <p:nvSpPr>
          <p:cNvPr id="15" name="Google Shape;15;p4"/>
          <p:cNvSpPr txBox="1"/>
          <p:nvPr>
            <p:ph type="ctrTitle"/>
          </p:nvPr>
        </p:nvSpPr>
        <p:spPr>
          <a:xfrm>
            <a:off x="685800" y="1597819"/>
            <a:ext cx="7772400" cy="1102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4"/>
          <p:cNvSpPr txBox="1"/>
          <p:nvPr>
            <p:ph idx="1" type="subTitle"/>
          </p:nvPr>
        </p:nvSpPr>
        <p:spPr>
          <a:xfrm>
            <a:off x="1371600" y="2914650"/>
            <a:ext cx="6400800" cy="1314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chemeClr val="lt2"/>
              </a:buClr>
              <a:buSzPts val="3200"/>
              <a:buNone/>
              <a:defRPr>
                <a:solidFill>
                  <a:schemeClr val="lt2"/>
                </a:solidFill>
              </a:defRPr>
            </a:lvl1pPr>
            <a:lvl2pPr lvl="1" algn="ctr">
              <a:spcBef>
                <a:spcPts val="560"/>
              </a:spcBef>
              <a:spcAft>
                <a:spcPts val="0"/>
              </a:spcAft>
              <a:buClr>
                <a:srgbClr val="D19888"/>
              </a:buClr>
              <a:buSzPts val="2800"/>
              <a:buNone/>
              <a:defRPr>
                <a:solidFill>
                  <a:srgbClr val="D19888"/>
                </a:solidFill>
              </a:defRPr>
            </a:lvl2pPr>
            <a:lvl3pPr lvl="2" algn="ctr">
              <a:spcBef>
                <a:spcPts val="480"/>
              </a:spcBef>
              <a:spcAft>
                <a:spcPts val="0"/>
              </a:spcAft>
              <a:buClr>
                <a:srgbClr val="D19888"/>
              </a:buClr>
              <a:buSzPts val="2400"/>
              <a:buNone/>
              <a:defRPr>
                <a:solidFill>
                  <a:srgbClr val="D19888"/>
                </a:solidFill>
              </a:defRPr>
            </a:lvl3pPr>
            <a:lvl4pPr lvl="3" algn="ctr">
              <a:spcBef>
                <a:spcPts val="400"/>
              </a:spcBef>
              <a:spcAft>
                <a:spcPts val="0"/>
              </a:spcAft>
              <a:buClr>
                <a:srgbClr val="D19888"/>
              </a:buClr>
              <a:buSzPts val="2000"/>
              <a:buNone/>
              <a:defRPr>
                <a:solidFill>
                  <a:srgbClr val="D19888"/>
                </a:solidFill>
              </a:defRPr>
            </a:lvl4pPr>
            <a:lvl5pPr lvl="4" algn="ctr">
              <a:spcBef>
                <a:spcPts val="400"/>
              </a:spcBef>
              <a:spcAft>
                <a:spcPts val="0"/>
              </a:spcAft>
              <a:buClr>
                <a:srgbClr val="D19888"/>
              </a:buClr>
              <a:buSzPts val="2000"/>
              <a:buNone/>
              <a:defRPr>
                <a:solidFill>
                  <a:srgbClr val="D19888"/>
                </a:solidFill>
              </a:defRPr>
            </a:lvl5pPr>
            <a:lvl6pPr lvl="5" algn="ctr">
              <a:spcBef>
                <a:spcPts val="400"/>
              </a:spcBef>
              <a:spcAft>
                <a:spcPts val="0"/>
              </a:spcAft>
              <a:buClr>
                <a:srgbClr val="D19888"/>
              </a:buClr>
              <a:buSzPts val="2000"/>
              <a:buNone/>
              <a:defRPr>
                <a:solidFill>
                  <a:srgbClr val="D19888"/>
                </a:solidFill>
              </a:defRPr>
            </a:lvl6pPr>
            <a:lvl7pPr lvl="6" algn="ctr">
              <a:spcBef>
                <a:spcPts val="400"/>
              </a:spcBef>
              <a:spcAft>
                <a:spcPts val="0"/>
              </a:spcAft>
              <a:buClr>
                <a:srgbClr val="D19888"/>
              </a:buClr>
              <a:buSzPts val="2000"/>
              <a:buNone/>
              <a:defRPr>
                <a:solidFill>
                  <a:srgbClr val="D19888"/>
                </a:solidFill>
              </a:defRPr>
            </a:lvl7pPr>
            <a:lvl8pPr lvl="7" algn="ctr">
              <a:spcBef>
                <a:spcPts val="400"/>
              </a:spcBef>
              <a:spcAft>
                <a:spcPts val="0"/>
              </a:spcAft>
              <a:buClr>
                <a:srgbClr val="D19888"/>
              </a:buClr>
              <a:buSzPts val="2000"/>
              <a:buNone/>
              <a:defRPr>
                <a:solidFill>
                  <a:srgbClr val="D19888"/>
                </a:solidFill>
              </a:defRPr>
            </a:lvl8pPr>
            <a:lvl9pPr lvl="8" algn="ctr">
              <a:spcBef>
                <a:spcPts val="400"/>
              </a:spcBef>
              <a:spcAft>
                <a:spcPts val="0"/>
              </a:spcAft>
              <a:buClr>
                <a:srgbClr val="D19888"/>
              </a:buClr>
              <a:buSzPts val="2000"/>
              <a:buNone/>
              <a:defRPr>
                <a:solidFill>
                  <a:srgbClr val="D19888"/>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 name="Shape 17"/>
        <p:cNvGrpSpPr/>
        <p:nvPr/>
      </p:nvGrpSpPr>
      <p:grpSpPr>
        <a:xfrm>
          <a:off x="0" y="0"/>
          <a:ext cx="0" cy="0"/>
          <a:chOff x="0" y="0"/>
          <a:chExt cx="0" cy="0"/>
        </a:xfrm>
      </p:grpSpPr>
      <p:sp>
        <p:nvSpPr>
          <p:cNvPr id="18" name="Google Shape;18;p5"/>
          <p:cNvSpPr txBox="1"/>
          <p:nvPr>
            <p:ph type="title"/>
          </p:nvPr>
        </p:nvSpPr>
        <p:spPr>
          <a:xfrm>
            <a:off x="457200" y="685800"/>
            <a:ext cx="8229600" cy="8574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5"/>
          <p:cNvSpPr txBox="1"/>
          <p:nvPr>
            <p:ph idx="1" type="body"/>
          </p:nvPr>
        </p:nvSpPr>
        <p:spPr>
          <a:xfrm>
            <a:off x="457200" y="1682496"/>
            <a:ext cx="4038600" cy="310860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lt2"/>
              </a:buClr>
              <a:buSzPts val="2800"/>
              <a:buChar char="•"/>
              <a:defRPr sz="2800"/>
            </a:lvl1pPr>
            <a:lvl2pPr indent="-381000" lvl="1" marL="914400" algn="l">
              <a:spcBef>
                <a:spcPts val="480"/>
              </a:spcBef>
              <a:spcAft>
                <a:spcPts val="0"/>
              </a:spcAft>
              <a:buClr>
                <a:schemeClr val="lt2"/>
              </a:buClr>
              <a:buSzPts val="2400"/>
              <a:buChar char="–"/>
              <a:defRPr sz="2400"/>
            </a:lvl2pPr>
            <a:lvl3pPr indent="-355600" lvl="2" marL="1371600" algn="l">
              <a:spcBef>
                <a:spcPts val="400"/>
              </a:spcBef>
              <a:spcAft>
                <a:spcPts val="0"/>
              </a:spcAft>
              <a:buClr>
                <a:schemeClr val="lt2"/>
              </a:buClr>
              <a:buSzPts val="2000"/>
              <a:buChar char="•"/>
              <a:defRPr sz="2000"/>
            </a:lvl3pPr>
            <a:lvl4pPr indent="-342900" lvl="3" marL="1828800" algn="l">
              <a:spcBef>
                <a:spcPts val="360"/>
              </a:spcBef>
              <a:spcAft>
                <a:spcPts val="0"/>
              </a:spcAft>
              <a:buClr>
                <a:schemeClr val="lt2"/>
              </a:buClr>
              <a:buSzPts val="1800"/>
              <a:buChar char="–"/>
              <a:defRPr sz="1800"/>
            </a:lvl4pPr>
            <a:lvl5pPr indent="-342900" lvl="4" marL="2286000" algn="l">
              <a:spcBef>
                <a:spcPts val="360"/>
              </a:spcBef>
              <a:spcAft>
                <a:spcPts val="0"/>
              </a:spcAft>
              <a:buClr>
                <a:schemeClr val="lt2"/>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0" name="Google Shape;20;p5"/>
          <p:cNvSpPr txBox="1"/>
          <p:nvPr>
            <p:ph idx="2" type="body"/>
          </p:nvPr>
        </p:nvSpPr>
        <p:spPr>
          <a:xfrm>
            <a:off x="4648200" y="1682496"/>
            <a:ext cx="4038600" cy="310860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lt2"/>
              </a:buClr>
              <a:buSzPts val="2800"/>
              <a:buChar char="•"/>
              <a:defRPr sz="2800"/>
            </a:lvl1pPr>
            <a:lvl2pPr indent="-381000" lvl="1" marL="914400" algn="l">
              <a:spcBef>
                <a:spcPts val="480"/>
              </a:spcBef>
              <a:spcAft>
                <a:spcPts val="0"/>
              </a:spcAft>
              <a:buClr>
                <a:schemeClr val="lt2"/>
              </a:buClr>
              <a:buSzPts val="2400"/>
              <a:buChar char="–"/>
              <a:defRPr sz="2400"/>
            </a:lvl2pPr>
            <a:lvl3pPr indent="-355600" lvl="2" marL="1371600" algn="l">
              <a:spcBef>
                <a:spcPts val="400"/>
              </a:spcBef>
              <a:spcAft>
                <a:spcPts val="0"/>
              </a:spcAft>
              <a:buClr>
                <a:schemeClr val="lt2"/>
              </a:buClr>
              <a:buSzPts val="2000"/>
              <a:buChar char="•"/>
              <a:defRPr sz="2000"/>
            </a:lvl3pPr>
            <a:lvl4pPr indent="-342900" lvl="3" marL="1828800" algn="l">
              <a:spcBef>
                <a:spcPts val="360"/>
              </a:spcBef>
              <a:spcAft>
                <a:spcPts val="0"/>
              </a:spcAft>
              <a:buClr>
                <a:schemeClr val="lt2"/>
              </a:buClr>
              <a:buSzPts val="1800"/>
              <a:buChar char="–"/>
              <a:defRPr sz="1800"/>
            </a:lvl4pPr>
            <a:lvl5pPr indent="-342900" lvl="4" marL="2286000" algn="l">
              <a:spcBef>
                <a:spcPts val="360"/>
              </a:spcBef>
              <a:spcAft>
                <a:spcPts val="0"/>
              </a:spcAft>
              <a:buClr>
                <a:schemeClr val="lt2"/>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21" name="Shape 21"/>
        <p:cNvGrpSpPr/>
        <p:nvPr/>
      </p:nvGrpSpPr>
      <p:grpSpPr>
        <a:xfrm>
          <a:off x="0" y="0"/>
          <a:ext cx="0" cy="0"/>
          <a:chOff x="0" y="0"/>
          <a:chExt cx="0" cy="0"/>
        </a:xfrm>
      </p:grpSpPr>
      <p:sp>
        <p:nvSpPr>
          <p:cNvPr id="22" name="Google Shape;22;p6"/>
          <p:cNvSpPr txBox="1"/>
          <p:nvPr>
            <p:ph type="title"/>
          </p:nvPr>
        </p:nvSpPr>
        <p:spPr>
          <a:xfrm>
            <a:off x="420688" y="641510"/>
            <a:ext cx="3008400" cy="8715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6"/>
          <p:cNvSpPr txBox="1"/>
          <p:nvPr>
            <p:ph idx="1" type="body"/>
          </p:nvPr>
        </p:nvSpPr>
        <p:spPr>
          <a:xfrm>
            <a:off x="3575050" y="920884"/>
            <a:ext cx="5111700" cy="40512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lt2"/>
              </a:buClr>
              <a:buSzPts val="3200"/>
              <a:buChar char="•"/>
              <a:defRPr sz="3200"/>
            </a:lvl1pPr>
            <a:lvl2pPr indent="-406400" lvl="1" marL="914400" algn="l">
              <a:spcBef>
                <a:spcPts val="560"/>
              </a:spcBef>
              <a:spcAft>
                <a:spcPts val="0"/>
              </a:spcAft>
              <a:buClr>
                <a:schemeClr val="lt2"/>
              </a:buClr>
              <a:buSzPts val="2800"/>
              <a:buChar char="–"/>
              <a:defRPr sz="2800"/>
            </a:lvl2pPr>
            <a:lvl3pPr indent="-381000" lvl="2" marL="1371600" algn="l">
              <a:spcBef>
                <a:spcPts val="480"/>
              </a:spcBef>
              <a:spcAft>
                <a:spcPts val="0"/>
              </a:spcAft>
              <a:buClr>
                <a:schemeClr val="lt2"/>
              </a:buClr>
              <a:buSzPts val="2400"/>
              <a:buChar char="•"/>
              <a:defRPr sz="2400"/>
            </a:lvl3pPr>
            <a:lvl4pPr indent="-355600" lvl="3" marL="1828800" algn="l">
              <a:spcBef>
                <a:spcPts val="400"/>
              </a:spcBef>
              <a:spcAft>
                <a:spcPts val="0"/>
              </a:spcAft>
              <a:buClr>
                <a:schemeClr val="lt2"/>
              </a:buClr>
              <a:buSzPts val="2000"/>
              <a:buChar char="–"/>
              <a:defRPr sz="2000"/>
            </a:lvl4pPr>
            <a:lvl5pPr indent="-355600" lvl="4" marL="2286000" algn="l">
              <a:spcBef>
                <a:spcPts val="400"/>
              </a:spcBef>
              <a:spcAft>
                <a:spcPts val="0"/>
              </a:spcAft>
              <a:buClr>
                <a:schemeClr val="lt2"/>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24" name="Google Shape;24;p6"/>
          <p:cNvSpPr txBox="1"/>
          <p:nvPr>
            <p:ph idx="2" type="body"/>
          </p:nvPr>
        </p:nvSpPr>
        <p:spPr>
          <a:xfrm>
            <a:off x="420688" y="1601629"/>
            <a:ext cx="3008400" cy="31419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lt2"/>
              </a:buClr>
              <a:buSzPts val="1400"/>
              <a:buNone/>
              <a:defRPr sz="1400"/>
            </a:lvl1pPr>
            <a:lvl2pPr indent="-228600" lvl="1" marL="914400" algn="l">
              <a:spcBef>
                <a:spcPts val="240"/>
              </a:spcBef>
              <a:spcAft>
                <a:spcPts val="0"/>
              </a:spcAft>
              <a:buClr>
                <a:schemeClr val="lt2"/>
              </a:buClr>
              <a:buSzPts val="1200"/>
              <a:buNone/>
              <a:defRPr sz="1200"/>
            </a:lvl2pPr>
            <a:lvl3pPr indent="-228600" lvl="2" marL="1371600" algn="l">
              <a:spcBef>
                <a:spcPts val="200"/>
              </a:spcBef>
              <a:spcAft>
                <a:spcPts val="0"/>
              </a:spcAft>
              <a:buClr>
                <a:schemeClr val="lt2"/>
              </a:buClr>
              <a:buSzPts val="1000"/>
              <a:buNone/>
              <a:defRPr sz="1000"/>
            </a:lvl3pPr>
            <a:lvl4pPr indent="-228600" lvl="3" marL="1828800" algn="l">
              <a:spcBef>
                <a:spcPts val="180"/>
              </a:spcBef>
              <a:spcAft>
                <a:spcPts val="0"/>
              </a:spcAft>
              <a:buClr>
                <a:schemeClr val="lt2"/>
              </a:buClr>
              <a:buSzPts val="900"/>
              <a:buNone/>
              <a:defRPr sz="900"/>
            </a:lvl4pPr>
            <a:lvl5pPr indent="-228600" lvl="4" marL="2286000" algn="l">
              <a:spcBef>
                <a:spcPts val="180"/>
              </a:spcBef>
              <a:spcAft>
                <a:spcPts val="0"/>
              </a:spcAft>
              <a:buClr>
                <a:schemeClr val="lt2"/>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25" name="Shape 25"/>
        <p:cNvGrpSpPr/>
        <p:nvPr/>
      </p:nvGrpSpPr>
      <p:grpSpPr>
        <a:xfrm>
          <a:off x="0" y="0"/>
          <a:ext cx="0" cy="0"/>
          <a:chOff x="0" y="0"/>
          <a:chExt cx="0" cy="0"/>
        </a:xfrm>
      </p:grpSpPr>
      <p:sp>
        <p:nvSpPr>
          <p:cNvPr id="26" name="Google Shape;26;p7"/>
          <p:cNvSpPr txBox="1"/>
          <p:nvPr>
            <p:ph type="title"/>
          </p:nvPr>
        </p:nvSpPr>
        <p:spPr>
          <a:xfrm>
            <a:off x="1792288" y="3829050"/>
            <a:ext cx="5486400" cy="4257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7"/>
          <p:cNvSpPr/>
          <p:nvPr>
            <p:ph idx="2" type="pic"/>
          </p:nvPr>
        </p:nvSpPr>
        <p:spPr>
          <a:xfrm>
            <a:off x="1792288" y="685800"/>
            <a:ext cx="5486400" cy="3086100"/>
          </a:xfrm>
          <a:prstGeom prst="rect">
            <a:avLst/>
          </a:prstGeom>
          <a:noFill/>
          <a:ln>
            <a:noFill/>
          </a:ln>
        </p:spPr>
      </p:sp>
      <p:sp>
        <p:nvSpPr>
          <p:cNvPr id="28" name="Google Shape;28;p7"/>
          <p:cNvSpPr txBox="1"/>
          <p:nvPr>
            <p:ph idx="1" type="body"/>
          </p:nvPr>
        </p:nvSpPr>
        <p:spPr>
          <a:xfrm>
            <a:off x="1792288" y="4254817"/>
            <a:ext cx="5486400" cy="6030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lt2"/>
              </a:buClr>
              <a:buSzPts val="1400"/>
              <a:buNone/>
              <a:defRPr sz="1400"/>
            </a:lvl1pPr>
            <a:lvl2pPr indent="-228600" lvl="1" marL="914400" algn="l">
              <a:spcBef>
                <a:spcPts val="240"/>
              </a:spcBef>
              <a:spcAft>
                <a:spcPts val="0"/>
              </a:spcAft>
              <a:buClr>
                <a:schemeClr val="lt2"/>
              </a:buClr>
              <a:buSzPts val="1200"/>
              <a:buNone/>
              <a:defRPr sz="1200"/>
            </a:lvl2pPr>
            <a:lvl3pPr indent="-228600" lvl="2" marL="1371600" algn="l">
              <a:spcBef>
                <a:spcPts val="200"/>
              </a:spcBef>
              <a:spcAft>
                <a:spcPts val="0"/>
              </a:spcAft>
              <a:buClr>
                <a:schemeClr val="lt2"/>
              </a:buClr>
              <a:buSzPts val="1000"/>
              <a:buNone/>
              <a:defRPr sz="1000"/>
            </a:lvl3pPr>
            <a:lvl4pPr indent="-228600" lvl="3" marL="1828800" algn="l">
              <a:spcBef>
                <a:spcPts val="180"/>
              </a:spcBef>
              <a:spcAft>
                <a:spcPts val="0"/>
              </a:spcAft>
              <a:buClr>
                <a:schemeClr val="lt2"/>
              </a:buClr>
              <a:buSzPts val="900"/>
              <a:buNone/>
              <a:defRPr sz="900"/>
            </a:lvl4pPr>
            <a:lvl5pPr indent="-228600" lvl="4" marL="2286000" algn="l">
              <a:spcBef>
                <a:spcPts val="180"/>
              </a:spcBef>
              <a:spcAft>
                <a:spcPts val="0"/>
              </a:spcAft>
              <a:buClr>
                <a:schemeClr val="lt2"/>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type="title">
  <p:cSld name="TITLE">
    <p:spTree>
      <p:nvGrpSpPr>
        <p:cNvPr id="29" name="Shape 29"/>
        <p:cNvGrpSpPr/>
        <p:nvPr/>
      </p:nvGrpSpPr>
      <p:grpSpPr>
        <a:xfrm>
          <a:off x="0" y="0"/>
          <a:ext cx="0" cy="0"/>
          <a:chOff x="0" y="0"/>
          <a:chExt cx="0" cy="0"/>
        </a:xfrm>
      </p:grpSpPr>
      <p:sp>
        <p:nvSpPr>
          <p:cNvPr id="30" name="Google Shape;30;p8"/>
          <p:cNvSpPr txBox="1"/>
          <p:nvPr>
            <p:ph type="ctrTitle"/>
          </p:nvPr>
        </p:nvSpPr>
        <p:spPr>
          <a:xfrm>
            <a:off x="685800" y="1597343"/>
            <a:ext cx="7772400" cy="11031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2"/>
              </a:buClr>
              <a:buSzPts val="4400"/>
              <a:buFont typeface="Arial"/>
              <a:buNone/>
              <a:defRPr>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8"/>
          <p:cNvSpPr txBox="1"/>
          <p:nvPr>
            <p:ph idx="1" type="subTitle"/>
          </p:nvPr>
        </p:nvSpPr>
        <p:spPr>
          <a:xfrm>
            <a:off x="1371600" y="2914650"/>
            <a:ext cx="6400800" cy="1314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chemeClr val="lt2"/>
              </a:buClr>
              <a:buSzPts val="3200"/>
              <a:buNone/>
              <a:defRPr>
                <a:solidFill>
                  <a:schemeClr val="lt2"/>
                </a:solidFill>
                <a:latin typeface="Arial"/>
                <a:ea typeface="Arial"/>
                <a:cs typeface="Arial"/>
                <a:sym typeface="Arial"/>
              </a:defRPr>
            </a:lvl1pPr>
            <a:lvl2pPr lvl="1" algn="ctr">
              <a:spcBef>
                <a:spcPts val="560"/>
              </a:spcBef>
              <a:spcAft>
                <a:spcPts val="0"/>
              </a:spcAft>
              <a:buClr>
                <a:srgbClr val="D19888"/>
              </a:buClr>
              <a:buSzPts val="2800"/>
              <a:buNone/>
              <a:defRPr>
                <a:solidFill>
                  <a:srgbClr val="D19888"/>
                </a:solidFill>
              </a:defRPr>
            </a:lvl2pPr>
            <a:lvl3pPr lvl="2" algn="ctr">
              <a:spcBef>
                <a:spcPts val="480"/>
              </a:spcBef>
              <a:spcAft>
                <a:spcPts val="0"/>
              </a:spcAft>
              <a:buClr>
                <a:srgbClr val="D19888"/>
              </a:buClr>
              <a:buSzPts val="2400"/>
              <a:buNone/>
              <a:defRPr>
                <a:solidFill>
                  <a:srgbClr val="D19888"/>
                </a:solidFill>
              </a:defRPr>
            </a:lvl3pPr>
            <a:lvl4pPr lvl="3" algn="ctr">
              <a:spcBef>
                <a:spcPts val="400"/>
              </a:spcBef>
              <a:spcAft>
                <a:spcPts val="0"/>
              </a:spcAft>
              <a:buClr>
                <a:srgbClr val="D19888"/>
              </a:buClr>
              <a:buSzPts val="2000"/>
              <a:buNone/>
              <a:defRPr>
                <a:solidFill>
                  <a:srgbClr val="D19888"/>
                </a:solidFill>
              </a:defRPr>
            </a:lvl4pPr>
            <a:lvl5pPr lvl="4" algn="ctr">
              <a:spcBef>
                <a:spcPts val="400"/>
              </a:spcBef>
              <a:spcAft>
                <a:spcPts val="0"/>
              </a:spcAft>
              <a:buClr>
                <a:srgbClr val="D19888"/>
              </a:buClr>
              <a:buSzPts val="2000"/>
              <a:buNone/>
              <a:defRPr>
                <a:solidFill>
                  <a:srgbClr val="D19888"/>
                </a:solidFill>
              </a:defRPr>
            </a:lvl5pPr>
            <a:lvl6pPr lvl="5" algn="ctr">
              <a:spcBef>
                <a:spcPts val="400"/>
              </a:spcBef>
              <a:spcAft>
                <a:spcPts val="0"/>
              </a:spcAft>
              <a:buClr>
                <a:srgbClr val="D19888"/>
              </a:buClr>
              <a:buSzPts val="2000"/>
              <a:buNone/>
              <a:defRPr>
                <a:solidFill>
                  <a:srgbClr val="D19888"/>
                </a:solidFill>
              </a:defRPr>
            </a:lvl6pPr>
            <a:lvl7pPr lvl="6" algn="ctr">
              <a:spcBef>
                <a:spcPts val="400"/>
              </a:spcBef>
              <a:spcAft>
                <a:spcPts val="0"/>
              </a:spcAft>
              <a:buClr>
                <a:srgbClr val="D19888"/>
              </a:buClr>
              <a:buSzPts val="2000"/>
              <a:buNone/>
              <a:defRPr>
                <a:solidFill>
                  <a:srgbClr val="D19888"/>
                </a:solidFill>
              </a:defRPr>
            </a:lvl7pPr>
            <a:lvl8pPr lvl="7" algn="ctr">
              <a:spcBef>
                <a:spcPts val="400"/>
              </a:spcBef>
              <a:spcAft>
                <a:spcPts val="0"/>
              </a:spcAft>
              <a:buClr>
                <a:srgbClr val="D19888"/>
              </a:buClr>
              <a:buSzPts val="2000"/>
              <a:buNone/>
              <a:defRPr>
                <a:solidFill>
                  <a:srgbClr val="D19888"/>
                </a:solidFill>
              </a:defRPr>
            </a:lvl8pPr>
            <a:lvl9pPr lvl="8" algn="ctr">
              <a:spcBef>
                <a:spcPts val="400"/>
              </a:spcBef>
              <a:spcAft>
                <a:spcPts val="0"/>
              </a:spcAft>
              <a:buClr>
                <a:srgbClr val="D19888"/>
              </a:buClr>
              <a:buSzPts val="2000"/>
              <a:buNone/>
              <a:defRPr>
                <a:solidFill>
                  <a:srgbClr val="D19888"/>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2" name="Shape 32"/>
        <p:cNvGrpSpPr/>
        <p:nvPr/>
      </p:nvGrpSpPr>
      <p:grpSpPr>
        <a:xfrm>
          <a:off x="0" y="0"/>
          <a:ext cx="0" cy="0"/>
          <a:chOff x="0" y="0"/>
          <a:chExt cx="0" cy="0"/>
        </a:xfrm>
      </p:grpSpPr>
      <p:sp>
        <p:nvSpPr>
          <p:cNvPr id="33" name="Google Shape;33;p9"/>
          <p:cNvSpPr txBox="1"/>
          <p:nvPr>
            <p:ph type="title"/>
          </p:nvPr>
        </p:nvSpPr>
        <p:spPr>
          <a:xfrm>
            <a:off x="311700" y="445025"/>
            <a:ext cx="8520600" cy="572700"/>
          </a:xfrm>
          <a:prstGeom prst="rect">
            <a:avLst/>
          </a:prstGeom>
        </p:spPr>
        <p:txBody>
          <a:bodyPr anchorCtr="0" anchor="ctr" bIns="45700" lIns="91425" spcFirstLastPara="1" rIns="91425" wrap="square" tIns="45700">
            <a:normAutofit/>
          </a:bodyPr>
          <a:lstStyle>
            <a:lvl1pPr lvl="0">
              <a:spcBef>
                <a:spcPts val="0"/>
              </a:spcBef>
              <a:spcAft>
                <a:spcPts val="0"/>
              </a:spcAft>
              <a:buSzPts val="4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9"/>
          <p:cNvSpPr txBox="1"/>
          <p:nvPr>
            <p:ph idx="1" type="body"/>
          </p:nvPr>
        </p:nvSpPr>
        <p:spPr>
          <a:xfrm>
            <a:off x="311700" y="1152475"/>
            <a:ext cx="8520600" cy="3416400"/>
          </a:xfrm>
          <a:prstGeom prst="rect">
            <a:avLst/>
          </a:prstGeom>
        </p:spPr>
        <p:txBody>
          <a:bodyPr anchorCtr="0" anchor="t" bIns="45700" lIns="91425" spcFirstLastPara="1" rIns="91425" wrap="square" tIns="45700">
            <a:normAutofit/>
          </a:bodyPr>
          <a:lstStyle>
            <a:lvl1pPr indent="-431800" lvl="0" marL="457200">
              <a:spcBef>
                <a:spcPts val="640"/>
              </a:spcBef>
              <a:spcAft>
                <a:spcPts val="0"/>
              </a:spcAft>
              <a:buSzPts val="3200"/>
              <a:buChar char="•"/>
              <a:defRPr/>
            </a:lvl1pPr>
            <a:lvl2pPr indent="-406400" lvl="1" marL="914400">
              <a:spcBef>
                <a:spcPts val="560"/>
              </a:spcBef>
              <a:spcAft>
                <a:spcPts val="0"/>
              </a:spcAft>
              <a:buSzPts val="2800"/>
              <a:buChar char="–"/>
              <a:defRPr/>
            </a:lvl2pPr>
            <a:lvl3pPr indent="-381000" lvl="2" marL="1371600">
              <a:spcBef>
                <a:spcPts val="480"/>
              </a:spcBef>
              <a:spcAft>
                <a:spcPts val="0"/>
              </a:spcAft>
              <a:buSzPts val="2400"/>
              <a:buChar char="•"/>
              <a:defRPr/>
            </a:lvl3pPr>
            <a:lvl4pPr indent="-355600" lvl="3" marL="1828800">
              <a:spcBef>
                <a:spcPts val="400"/>
              </a:spcBef>
              <a:spcAft>
                <a:spcPts val="0"/>
              </a:spcAft>
              <a:buSzPts val="2000"/>
              <a:buChar char="–"/>
              <a:defRPr/>
            </a:lvl4pPr>
            <a:lvl5pPr indent="-355600" lvl="4" marL="2286000">
              <a:spcBef>
                <a:spcPts val="400"/>
              </a:spcBef>
              <a:spcAft>
                <a:spcPts val="0"/>
              </a:spcAft>
              <a:buSzPts val="2000"/>
              <a:buChar char="»"/>
              <a:defRPr/>
            </a:lvl5pPr>
            <a:lvl6pPr indent="-355600" lvl="5" marL="2743200">
              <a:spcBef>
                <a:spcPts val="400"/>
              </a:spcBef>
              <a:spcAft>
                <a:spcPts val="0"/>
              </a:spcAft>
              <a:buSzPts val="2000"/>
              <a:buChar char="•"/>
              <a:defRPr/>
            </a:lvl6pPr>
            <a:lvl7pPr indent="-355600" lvl="6" marL="3200400">
              <a:spcBef>
                <a:spcPts val="400"/>
              </a:spcBef>
              <a:spcAft>
                <a:spcPts val="0"/>
              </a:spcAft>
              <a:buSzPts val="2000"/>
              <a:buChar char="•"/>
              <a:defRPr/>
            </a:lvl7pPr>
            <a:lvl8pPr indent="-355600" lvl="7" marL="3657600">
              <a:spcBef>
                <a:spcPts val="400"/>
              </a:spcBef>
              <a:spcAft>
                <a:spcPts val="0"/>
              </a:spcAft>
              <a:buSzPts val="2000"/>
              <a:buChar char="•"/>
              <a:defRPr/>
            </a:lvl8pPr>
            <a:lvl9pPr indent="-355600" lvl="8" marL="4114800">
              <a:spcBef>
                <a:spcPts val="400"/>
              </a:spcBef>
              <a:spcAft>
                <a:spcPts val="0"/>
              </a:spcAft>
              <a:buSzPts val="2000"/>
              <a:buChar char="•"/>
              <a:defRPr/>
            </a:lvl9pPr>
          </a:lstStyle>
          <a:p/>
        </p:txBody>
      </p:sp>
      <p:sp>
        <p:nvSpPr>
          <p:cNvPr id="35" name="Google Shape;35;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0" Type="http://schemas.openxmlformats.org/officeDocument/2006/relationships/theme" Target="../theme/theme1.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685800"/>
            <a:ext cx="8229600" cy="857400"/>
          </a:xfrm>
          <a:prstGeom prst="rect">
            <a:avLst/>
          </a:prstGeom>
          <a:noFill/>
          <a:ln>
            <a:noFill/>
          </a:ln>
        </p:spPr>
        <p:txBody>
          <a:bodyPr anchorCtr="0" anchor="ctr" bIns="45700" lIns="91425" spcFirstLastPara="1" rIns="91425" wrap="square" tIns="45700">
            <a:normAutofit/>
          </a:bodyPr>
          <a:lstStyle>
            <a:lvl1pPr lvl="0" marR="0" algn="l">
              <a:spcBef>
                <a:spcPts val="0"/>
              </a:spcBef>
              <a:spcAft>
                <a:spcPts val="0"/>
              </a:spcAft>
              <a:buClr>
                <a:schemeClr val="lt2"/>
              </a:buClr>
              <a:buSzPts val="4400"/>
              <a:buFont typeface="Arial"/>
              <a:buNone/>
              <a:defRPr b="0" i="0" sz="4400" u="none" cap="none" strike="noStrike">
                <a:solidFill>
                  <a:schemeClr val="lt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79972"/>
            <a:ext cx="8229600" cy="2914800"/>
          </a:xfrm>
          <a:prstGeom prst="rect">
            <a:avLst/>
          </a:prstGeom>
          <a:noFill/>
          <a:ln>
            <a:noFill/>
          </a:ln>
        </p:spPr>
        <p:txBody>
          <a:bodyPr anchorCtr="0" anchor="t" bIns="45700" lIns="91425" spcFirstLastPara="1" rIns="91425" wrap="square" tIns="45700">
            <a:normAutofit/>
          </a:bodyPr>
          <a:lstStyle>
            <a:lvl1pPr indent="-431800" lvl="0" marL="457200" marR="0" algn="l">
              <a:spcBef>
                <a:spcPts val="640"/>
              </a:spcBef>
              <a:spcAft>
                <a:spcPts val="0"/>
              </a:spcAft>
              <a:buClr>
                <a:schemeClr val="lt2"/>
              </a:buClr>
              <a:buSzPts val="3200"/>
              <a:buFont typeface="Arial"/>
              <a:buChar char="•"/>
              <a:defRPr b="0" i="0" sz="3200" u="none" cap="none" strike="noStrike">
                <a:solidFill>
                  <a:schemeClr val="lt2"/>
                </a:solidFill>
                <a:latin typeface="Arial"/>
                <a:ea typeface="Arial"/>
                <a:cs typeface="Arial"/>
                <a:sym typeface="Arial"/>
              </a:defRPr>
            </a:lvl1pPr>
            <a:lvl2pPr indent="-406400" lvl="1" marL="914400" marR="0" algn="l">
              <a:spcBef>
                <a:spcPts val="560"/>
              </a:spcBef>
              <a:spcAft>
                <a:spcPts val="0"/>
              </a:spcAft>
              <a:buClr>
                <a:schemeClr val="lt2"/>
              </a:buClr>
              <a:buSzPts val="2800"/>
              <a:buFont typeface="Arial"/>
              <a:buChar char="–"/>
              <a:defRPr b="0" i="0" sz="2800" u="none" cap="none" strike="noStrike">
                <a:solidFill>
                  <a:schemeClr val="lt2"/>
                </a:solidFill>
                <a:latin typeface="Arial"/>
                <a:ea typeface="Arial"/>
                <a:cs typeface="Arial"/>
                <a:sym typeface="Arial"/>
              </a:defRPr>
            </a:lvl2pPr>
            <a:lvl3pPr indent="-381000" lvl="2" marL="1371600" marR="0" algn="l">
              <a:spcBef>
                <a:spcPts val="480"/>
              </a:spcBef>
              <a:spcAft>
                <a:spcPts val="0"/>
              </a:spcAft>
              <a:buClr>
                <a:schemeClr val="lt2"/>
              </a:buClr>
              <a:buSzPts val="2400"/>
              <a:buFont typeface="Arial"/>
              <a:buChar char="•"/>
              <a:defRPr b="0" i="0" sz="2400" u="none" cap="none" strike="noStrike">
                <a:solidFill>
                  <a:schemeClr val="lt2"/>
                </a:solidFill>
                <a:latin typeface="Arial"/>
                <a:ea typeface="Arial"/>
                <a:cs typeface="Arial"/>
                <a:sym typeface="Arial"/>
              </a:defRPr>
            </a:lvl3pPr>
            <a:lvl4pPr indent="-355600" lvl="3" marL="1828800" marR="0" algn="l">
              <a:spcBef>
                <a:spcPts val="400"/>
              </a:spcBef>
              <a:spcAft>
                <a:spcPts val="0"/>
              </a:spcAft>
              <a:buClr>
                <a:schemeClr val="lt2"/>
              </a:buClr>
              <a:buSzPts val="2000"/>
              <a:buFont typeface="Arial"/>
              <a:buChar char="–"/>
              <a:defRPr b="0" i="0" sz="2000" u="none" cap="none" strike="noStrike">
                <a:solidFill>
                  <a:schemeClr val="lt2"/>
                </a:solidFill>
                <a:latin typeface="Arial"/>
                <a:ea typeface="Arial"/>
                <a:cs typeface="Arial"/>
                <a:sym typeface="Arial"/>
              </a:defRPr>
            </a:lvl4pPr>
            <a:lvl5pPr indent="-355600" lvl="4" marL="2286000" marR="0" algn="l">
              <a:spcBef>
                <a:spcPts val="400"/>
              </a:spcBef>
              <a:spcAft>
                <a:spcPts val="0"/>
              </a:spcAft>
              <a:buClr>
                <a:schemeClr val="lt2"/>
              </a:buClr>
              <a:buSzPts val="2000"/>
              <a:buFont typeface="Arial"/>
              <a:buChar char="»"/>
              <a:defRPr b="0" i="0" sz="2000" u="none" cap="none" strike="noStrike">
                <a:solidFill>
                  <a:schemeClr val="lt2"/>
                </a:solidFill>
                <a:latin typeface="Arial"/>
                <a:ea typeface="Arial"/>
                <a:cs typeface="Arial"/>
                <a:sym typeface="Arial"/>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hyperlink" Target="https://docs.google.com/document/d/15SU9Djh3eDWGE7U-Gmluh_6lroCxIt0J1IGxm3lkBH0/edit?usp=sharing"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hyperlink" Target="https://docs.google.com/document/d/1gjZjaeLIxKI-eiGct65hoNt0i7UaC_1EfnaZwz4sRjY/edit?usp=sharing"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utexas.box.com/s/79wiba92av4kixur17no56510k6t0320"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 name="Shape 40"/>
        <p:cNvGrpSpPr/>
        <p:nvPr/>
      </p:nvGrpSpPr>
      <p:grpSpPr>
        <a:xfrm>
          <a:off x="0" y="0"/>
          <a:ext cx="0" cy="0"/>
          <a:chOff x="0" y="0"/>
          <a:chExt cx="0" cy="0"/>
        </a:xfrm>
      </p:grpSpPr>
      <p:cxnSp>
        <p:nvCxnSpPr>
          <p:cNvPr id="41" name="Google Shape;41;p10"/>
          <p:cNvCxnSpPr/>
          <p:nvPr/>
        </p:nvCxnSpPr>
        <p:spPr>
          <a:xfrm>
            <a:off x="628650" y="3105150"/>
            <a:ext cx="56199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10"/>
          <p:cNvSpPr txBox="1"/>
          <p:nvPr/>
        </p:nvSpPr>
        <p:spPr>
          <a:xfrm>
            <a:off x="548640" y="4114800"/>
            <a:ext cx="78867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30000"/>
              </a:lnSpc>
              <a:spcBef>
                <a:spcPts val="1000"/>
              </a:spcBef>
              <a:spcAft>
                <a:spcPts val="0"/>
              </a:spcAft>
              <a:buClr>
                <a:schemeClr val="lt1"/>
              </a:buClr>
              <a:buSzPts val="1050"/>
              <a:buFont typeface="Arial"/>
              <a:buNone/>
            </a:pPr>
            <a:r>
              <a:rPr lang="en" sz="1250">
                <a:solidFill>
                  <a:schemeClr val="lt1"/>
                </a:solidFill>
              </a:rPr>
              <a:t>Muhammad Ibrahim, Sarah Lee, Ammar Mustufa, Rohan Giri, Varsha Manju Jayakumar, John Hwang </a:t>
            </a:r>
            <a:endParaRPr b="0" i="0" sz="1250" u="none" cap="none" strike="noStrike">
              <a:solidFill>
                <a:schemeClr val="lt1"/>
              </a:solidFill>
              <a:latin typeface="Arial"/>
              <a:ea typeface="Arial"/>
              <a:cs typeface="Arial"/>
              <a:sym typeface="Arial"/>
            </a:endParaRPr>
          </a:p>
        </p:txBody>
      </p:sp>
      <p:sp>
        <p:nvSpPr>
          <p:cNvPr id="43" name="Google Shape;43;p10"/>
          <p:cNvSpPr txBox="1"/>
          <p:nvPr/>
        </p:nvSpPr>
        <p:spPr>
          <a:xfrm>
            <a:off x="548640" y="457200"/>
            <a:ext cx="7828500" cy="389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1200"/>
              <a:buFont typeface="Arial"/>
              <a:buNone/>
            </a:pPr>
            <a:r>
              <a:rPr lang="en" sz="1200">
                <a:solidFill>
                  <a:schemeClr val="lt1"/>
                </a:solidFill>
                <a:latin typeface="Arial Black"/>
                <a:ea typeface="Arial Black"/>
                <a:cs typeface="Arial Black"/>
                <a:sym typeface="Arial Black"/>
              </a:rPr>
              <a:t>02/07/2025</a:t>
            </a:r>
            <a:endParaRPr b="0" i="0" sz="1200" u="none" cap="none" strike="noStrike">
              <a:solidFill>
                <a:schemeClr val="lt1"/>
              </a:solidFill>
              <a:latin typeface="Arial"/>
              <a:ea typeface="Arial"/>
              <a:cs typeface="Arial"/>
              <a:sym typeface="Arial"/>
            </a:endParaRPr>
          </a:p>
        </p:txBody>
      </p:sp>
      <p:sp>
        <p:nvSpPr>
          <p:cNvPr id="44" name="Google Shape;44;p10"/>
          <p:cNvSpPr txBox="1"/>
          <p:nvPr/>
        </p:nvSpPr>
        <p:spPr>
          <a:xfrm>
            <a:off x="502920" y="1200150"/>
            <a:ext cx="7886700" cy="17526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000000"/>
              </a:buClr>
              <a:buSzPts val="990"/>
              <a:buFont typeface="Arial"/>
              <a:buNone/>
            </a:pPr>
            <a:r>
              <a:rPr lang="en" sz="3280">
                <a:solidFill>
                  <a:srgbClr val="F6F5EC"/>
                </a:solidFill>
              </a:rPr>
              <a:t>General Motors</a:t>
            </a:r>
            <a:endParaRPr sz="3280">
              <a:solidFill>
                <a:srgbClr val="F6F5EC"/>
              </a:solidFill>
            </a:endParaRPr>
          </a:p>
          <a:p>
            <a:pPr indent="0" lvl="0" marL="0" rtl="0" algn="l">
              <a:spcBef>
                <a:spcPts val="0"/>
              </a:spcBef>
              <a:spcAft>
                <a:spcPts val="0"/>
              </a:spcAft>
              <a:buClr>
                <a:srgbClr val="000000"/>
              </a:buClr>
              <a:buSzPts val="990"/>
              <a:buFont typeface="Arial"/>
              <a:buNone/>
            </a:pPr>
            <a:r>
              <a:rPr lang="en" sz="2580">
                <a:solidFill>
                  <a:srgbClr val="F6F5EC"/>
                </a:solidFill>
              </a:rPr>
              <a:t>McCombs School of Business </a:t>
            </a:r>
            <a:endParaRPr sz="2580">
              <a:solidFill>
                <a:srgbClr val="F6F5EC"/>
              </a:solidFill>
            </a:endParaRPr>
          </a:p>
          <a:p>
            <a:pPr indent="0" lvl="0" marL="0" rtl="0" algn="l">
              <a:spcBef>
                <a:spcPts val="0"/>
              </a:spcBef>
              <a:spcAft>
                <a:spcPts val="0"/>
              </a:spcAft>
              <a:buClr>
                <a:srgbClr val="000000"/>
              </a:buClr>
              <a:buSzPts val="990"/>
              <a:buFont typeface="Arial"/>
              <a:buNone/>
            </a:pPr>
            <a:r>
              <a:rPr lang="en" sz="2580">
                <a:solidFill>
                  <a:srgbClr val="F6F5EC"/>
                </a:solidFill>
              </a:rPr>
              <a:t>University of Texas at Austin</a:t>
            </a:r>
            <a:endParaRPr sz="5500">
              <a:solidFill>
                <a:srgbClr val="F6F5EC"/>
              </a:solidFill>
              <a:latin typeface="Arial Black"/>
              <a:ea typeface="Arial Black"/>
              <a:cs typeface="Arial Black"/>
              <a:sym typeface="Arial Black"/>
            </a:endParaRPr>
          </a:p>
        </p:txBody>
      </p:sp>
      <p:sp>
        <p:nvSpPr>
          <p:cNvPr id="45" name="Google Shape;45;p10"/>
          <p:cNvSpPr txBox="1"/>
          <p:nvPr/>
        </p:nvSpPr>
        <p:spPr>
          <a:xfrm>
            <a:off x="548640" y="3333749"/>
            <a:ext cx="7886700" cy="457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1400"/>
              <a:buFont typeface="Arial"/>
              <a:buNone/>
            </a:pPr>
            <a:r>
              <a:rPr lang="en">
                <a:solidFill>
                  <a:schemeClr val="lt1"/>
                </a:solidFill>
              </a:rPr>
              <a:t>Week 03</a:t>
            </a:r>
            <a:endParaRPr>
              <a:solidFill>
                <a:schemeClr val="lt1"/>
              </a:solidFill>
            </a:endParaRPr>
          </a:p>
          <a:p>
            <a:pPr indent="0" lvl="0" marL="0" marR="0" rtl="0" algn="l">
              <a:lnSpc>
                <a:spcPct val="90000"/>
              </a:lnSpc>
              <a:spcBef>
                <a:spcPts val="0"/>
              </a:spcBef>
              <a:spcAft>
                <a:spcPts val="0"/>
              </a:spcAft>
              <a:buClr>
                <a:schemeClr val="lt1"/>
              </a:buClr>
              <a:buSzPts val="1400"/>
              <a:buFont typeface="Arial"/>
              <a:buNone/>
            </a:pPr>
            <a:r>
              <a:rPr lang="en">
                <a:solidFill>
                  <a:schemeClr val="lt1"/>
                </a:solidFill>
              </a:rPr>
              <a:t>Capstone Team 8</a:t>
            </a:r>
            <a:endParaRPr>
              <a:solidFill>
                <a:schemeClr val="lt1"/>
              </a:solidFill>
            </a:endParaRPr>
          </a:p>
        </p:txBody>
      </p:sp>
      <p:pic>
        <p:nvPicPr>
          <p:cNvPr id="46" name="Google Shape;46;p10"/>
          <p:cNvPicPr preferRelativeResize="0"/>
          <p:nvPr/>
        </p:nvPicPr>
        <p:blipFill rotWithShape="1">
          <a:blip r:embed="rId4">
            <a:alphaModFix/>
          </a:blip>
          <a:srcRect b="0" l="0" r="0" t="0"/>
          <a:stretch/>
        </p:blipFill>
        <p:spPr>
          <a:xfrm>
            <a:off x="6978699" y="320040"/>
            <a:ext cx="1877396" cy="9143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1"/>
          <p:cNvSpPr txBox="1"/>
          <p:nvPr>
            <p:ph type="ctrTitle"/>
          </p:nvPr>
        </p:nvSpPr>
        <p:spPr>
          <a:xfrm>
            <a:off x="311700" y="465950"/>
            <a:ext cx="8520600" cy="539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SzPts val="990"/>
              <a:buNone/>
            </a:pPr>
            <a:r>
              <a:rPr lang="en" sz="2580"/>
              <a:t>Executive Summary</a:t>
            </a:r>
            <a:endParaRPr sz="1879"/>
          </a:p>
        </p:txBody>
      </p:sp>
      <p:sp>
        <p:nvSpPr>
          <p:cNvPr id="52" name="Google Shape;52;p11"/>
          <p:cNvSpPr txBox="1"/>
          <p:nvPr>
            <p:ph idx="1" type="subTitle"/>
          </p:nvPr>
        </p:nvSpPr>
        <p:spPr>
          <a:xfrm>
            <a:off x="430125" y="1259075"/>
            <a:ext cx="8402100" cy="2619600"/>
          </a:xfrm>
          <a:prstGeom prst="rect">
            <a:avLst/>
          </a:prstGeom>
          <a:ln cap="flat" cmpd="sng" w="1905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317500" lvl="0" marL="457200" rtl="0" algn="l">
              <a:lnSpc>
                <a:spcPct val="150000"/>
              </a:lnSpc>
              <a:spcBef>
                <a:spcPts val="640"/>
              </a:spcBef>
              <a:spcAft>
                <a:spcPts val="0"/>
              </a:spcAft>
              <a:buClr>
                <a:srgbClr val="000000"/>
              </a:buClr>
              <a:buSzPts val="1400"/>
              <a:buAutoNum type="arabicPeriod"/>
            </a:pPr>
            <a:r>
              <a:rPr lang="en" sz="1400">
                <a:solidFill>
                  <a:srgbClr val="000000"/>
                </a:solidFill>
              </a:rPr>
              <a:t>Updated P</a:t>
            </a:r>
            <a:r>
              <a:rPr lang="en" sz="1400">
                <a:solidFill>
                  <a:srgbClr val="000000"/>
                </a:solidFill>
              </a:rPr>
              <a:t>roject Plan showcasing 13 weeks of progression with broad sections, milestones and team assignments</a:t>
            </a:r>
            <a:endParaRPr sz="1400">
              <a:solidFill>
                <a:srgbClr val="000000"/>
              </a:solidFill>
            </a:endParaRPr>
          </a:p>
          <a:p>
            <a:pPr indent="-317500" lvl="0" marL="457200" rtl="0" algn="l">
              <a:lnSpc>
                <a:spcPct val="150000"/>
              </a:lnSpc>
              <a:spcBef>
                <a:spcPts val="0"/>
              </a:spcBef>
              <a:spcAft>
                <a:spcPts val="0"/>
              </a:spcAft>
              <a:buClr>
                <a:srgbClr val="000000"/>
              </a:buClr>
              <a:buSzPts val="1400"/>
              <a:buAutoNum type="arabicPeriod"/>
            </a:pPr>
            <a:r>
              <a:rPr lang="en" sz="1400">
                <a:solidFill>
                  <a:srgbClr val="000000"/>
                </a:solidFill>
              </a:rPr>
              <a:t>Review of target data and KPIs to finalize business outcomes</a:t>
            </a:r>
            <a:endParaRPr sz="1400">
              <a:solidFill>
                <a:srgbClr val="000000"/>
              </a:solidFill>
            </a:endParaRPr>
          </a:p>
          <a:p>
            <a:pPr indent="-317500" lvl="0" marL="457200" rtl="0" algn="l">
              <a:lnSpc>
                <a:spcPct val="150000"/>
              </a:lnSpc>
              <a:spcBef>
                <a:spcPts val="0"/>
              </a:spcBef>
              <a:spcAft>
                <a:spcPts val="0"/>
              </a:spcAft>
              <a:buClr>
                <a:srgbClr val="000000"/>
              </a:buClr>
              <a:buSzPts val="1400"/>
              <a:buAutoNum type="arabicPeriod"/>
            </a:pPr>
            <a:r>
              <a:rPr lang="en" sz="1400">
                <a:solidFill>
                  <a:srgbClr val="000000"/>
                </a:solidFill>
              </a:rPr>
              <a:t>Progress on finalizing data sources and join criteria for modelling dataset</a:t>
            </a:r>
            <a:endParaRPr sz="1400">
              <a:solidFill>
                <a:srgbClr val="000000"/>
              </a:solidFill>
            </a:endParaRPr>
          </a:p>
          <a:p>
            <a:pPr indent="-317500" lvl="0" marL="457200" rtl="0" algn="l">
              <a:lnSpc>
                <a:spcPct val="150000"/>
              </a:lnSpc>
              <a:spcBef>
                <a:spcPts val="0"/>
              </a:spcBef>
              <a:spcAft>
                <a:spcPts val="0"/>
              </a:spcAft>
              <a:buClr>
                <a:srgbClr val="000000"/>
              </a:buClr>
              <a:buSzPts val="1400"/>
              <a:buAutoNum type="arabicPeriod"/>
            </a:pPr>
            <a:r>
              <a:rPr lang="en" sz="1400">
                <a:solidFill>
                  <a:srgbClr val="000000"/>
                </a:solidFill>
              </a:rPr>
              <a:t>Setup of Github Repository for Documentation</a:t>
            </a:r>
            <a:endParaRPr sz="1400">
              <a:solidFill>
                <a:srgbClr val="000000"/>
              </a:solidFill>
            </a:endParaRPr>
          </a:p>
          <a:p>
            <a:pPr indent="-317500" lvl="0" marL="457200" rtl="0" algn="l">
              <a:lnSpc>
                <a:spcPct val="150000"/>
              </a:lnSpc>
              <a:spcBef>
                <a:spcPts val="0"/>
              </a:spcBef>
              <a:spcAft>
                <a:spcPts val="0"/>
              </a:spcAft>
              <a:buClr>
                <a:srgbClr val="000000"/>
              </a:buClr>
              <a:buSzPts val="1400"/>
              <a:buAutoNum type="arabicPeriod"/>
            </a:pPr>
            <a:r>
              <a:rPr lang="en" sz="1400">
                <a:solidFill>
                  <a:srgbClr val="000000"/>
                </a:solidFill>
              </a:rPr>
              <a:t>Follow up questions and requests for latest numbers</a:t>
            </a:r>
            <a:endParaRPr sz="1400">
              <a:solidFill>
                <a:srgbClr val="000000"/>
              </a:solidFill>
            </a:endParaRPr>
          </a:p>
          <a:p>
            <a:pPr indent="-317500" lvl="0" marL="457200" rtl="0" algn="l">
              <a:lnSpc>
                <a:spcPct val="150000"/>
              </a:lnSpc>
              <a:spcBef>
                <a:spcPts val="0"/>
              </a:spcBef>
              <a:spcAft>
                <a:spcPts val="0"/>
              </a:spcAft>
              <a:buClr>
                <a:srgbClr val="000000"/>
              </a:buClr>
              <a:buSzPts val="1400"/>
              <a:buAutoNum type="arabicPeriod"/>
            </a:pPr>
            <a:r>
              <a:rPr lang="en" sz="1400">
                <a:solidFill>
                  <a:srgbClr val="000000"/>
                </a:solidFill>
              </a:rPr>
              <a:t>Feedback</a:t>
            </a:r>
            <a:endParaRPr sz="1400">
              <a:solidFill>
                <a:srgbClr val="000000"/>
              </a:solidFill>
            </a:endParaRPr>
          </a:p>
        </p:txBody>
      </p:sp>
      <p:sp>
        <p:nvSpPr>
          <p:cNvPr id="53" name="Google Shape;53;p11"/>
          <p:cNvSpPr txBox="1"/>
          <p:nvPr/>
        </p:nvSpPr>
        <p:spPr>
          <a:xfrm>
            <a:off x="3199000" y="869200"/>
            <a:ext cx="5161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2"/>
          <p:cNvSpPr txBox="1"/>
          <p:nvPr>
            <p:ph type="ctrTitle"/>
          </p:nvPr>
        </p:nvSpPr>
        <p:spPr>
          <a:xfrm>
            <a:off x="311700" y="469000"/>
            <a:ext cx="8520600" cy="539100"/>
          </a:xfrm>
          <a:prstGeom prst="rect">
            <a:avLst/>
          </a:prstGeom>
        </p:spPr>
        <p:txBody>
          <a:bodyPr anchorCtr="0" anchor="ctr" bIns="45700" lIns="91425" spcFirstLastPara="1" rIns="91425" wrap="square" tIns="45700">
            <a:noAutofit/>
          </a:bodyPr>
          <a:lstStyle/>
          <a:p>
            <a:pPr indent="-393700" lvl="0" marL="457200" rtl="0" algn="l">
              <a:spcBef>
                <a:spcPts val="0"/>
              </a:spcBef>
              <a:spcAft>
                <a:spcPts val="0"/>
              </a:spcAft>
              <a:buSzPts val="2600"/>
              <a:buAutoNum type="arabicPeriod"/>
            </a:pPr>
            <a:r>
              <a:rPr lang="en" sz="2600"/>
              <a:t>Project Plan</a:t>
            </a:r>
            <a:endParaRPr sz="2600"/>
          </a:p>
        </p:txBody>
      </p:sp>
      <p:sp>
        <p:nvSpPr>
          <p:cNvPr id="59" name="Google Shape;59;p12"/>
          <p:cNvSpPr txBox="1"/>
          <p:nvPr/>
        </p:nvSpPr>
        <p:spPr>
          <a:xfrm>
            <a:off x="3199000" y="869200"/>
            <a:ext cx="5161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pic>
        <p:nvPicPr>
          <p:cNvPr id="60" name="Google Shape;60;p12"/>
          <p:cNvPicPr preferRelativeResize="0"/>
          <p:nvPr/>
        </p:nvPicPr>
        <p:blipFill>
          <a:blip r:embed="rId3">
            <a:alphaModFix/>
          </a:blip>
          <a:stretch>
            <a:fillRect/>
          </a:stretch>
        </p:blipFill>
        <p:spPr>
          <a:xfrm>
            <a:off x="379875" y="1008101"/>
            <a:ext cx="8384226" cy="40329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3"/>
          <p:cNvSpPr txBox="1"/>
          <p:nvPr>
            <p:ph type="title"/>
          </p:nvPr>
        </p:nvSpPr>
        <p:spPr>
          <a:xfrm>
            <a:off x="347975" y="451125"/>
            <a:ext cx="8229600" cy="8574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
              <a:t>Building KPIs</a:t>
            </a:r>
            <a:endParaRPr/>
          </a:p>
        </p:txBody>
      </p:sp>
      <p:pic>
        <p:nvPicPr>
          <p:cNvPr id="66" name="Google Shape;66;p13"/>
          <p:cNvPicPr preferRelativeResize="0"/>
          <p:nvPr/>
        </p:nvPicPr>
        <p:blipFill>
          <a:blip r:embed="rId3">
            <a:alphaModFix/>
          </a:blip>
          <a:stretch>
            <a:fillRect/>
          </a:stretch>
        </p:blipFill>
        <p:spPr>
          <a:xfrm>
            <a:off x="677775" y="1408025"/>
            <a:ext cx="7569989" cy="3530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4"/>
          <p:cNvSpPr txBox="1"/>
          <p:nvPr>
            <p:ph type="title"/>
          </p:nvPr>
        </p:nvSpPr>
        <p:spPr>
          <a:xfrm>
            <a:off x="457200" y="685800"/>
            <a:ext cx="8229600" cy="8574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
              <a:t>GM EV Car sales</a:t>
            </a:r>
            <a:endParaRPr/>
          </a:p>
        </p:txBody>
      </p:sp>
      <p:pic>
        <p:nvPicPr>
          <p:cNvPr id="72" name="Google Shape;72;p14"/>
          <p:cNvPicPr preferRelativeResize="0"/>
          <p:nvPr/>
        </p:nvPicPr>
        <p:blipFill>
          <a:blip r:embed="rId3">
            <a:alphaModFix/>
          </a:blip>
          <a:stretch>
            <a:fillRect/>
          </a:stretch>
        </p:blipFill>
        <p:spPr>
          <a:xfrm>
            <a:off x="428200" y="1989313"/>
            <a:ext cx="4502125" cy="2709674"/>
          </a:xfrm>
          <a:prstGeom prst="rect">
            <a:avLst/>
          </a:prstGeom>
          <a:noFill/>
          <a:ln>
            <a:noFill/>
          </a:ln>
        </p:spPr>
      </p:pic>
      <p:pic>
        <p:nvPicPr>
          <p:cNvPr id="73" name="Google Shape;73;p14"/>
          <p:cNvPicPr preferRelativeResize="0"/>
          <p:nvPr/>
        </p:nvPicPr>
        <p:blipFill rotWithShape="1">
          <a:blip r:embed="rId4">
            <a:alphaModFix/>
          </a:blip>
          <a:srcRect b="4003" l="2507" r="2498" t="12593"/>
          <a:stretch/>
        </p:blipFill>
        <p:spPr>
          <a:xfrm>
            <a:off x="4930325" y="1543200"/>
            <a:ext cx="4038599" cy="3400654"/>
          </a:xfrm>
          <a:prstGeom prst="rect">
            <a:avLst/>
          </a:prstGeom>
          <a:noFill/>
          <a:ln>
            <a:noFill/>
          </a:ln>
        </p:spPr>
      </p:pic>
      <p:sp>
        <p:nvSpPr>
          <p:cNvPr id="74" name="Google Shape;74;p14"/>
          <p:cNvSpPr txBox="1"/>
          <p:nvPr/>
        </p:nvSpPr>
        <p:spPr>
          <a:xfrm>
            <a:off x="8321150" y="4698975"/>
            <a:ext cx="714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u="sng">
                <a:solidFill>
                  <a:srgbClr val="3C78D8"/>
                </a:solidFill>
                <a:hlinkClick r:id="rId5">
                  <a:extLst>
                    <a:ext uri="{A12FA001-AC4F-418D-AE19-62706E023703}">
                      <ahyp:hlinkClr val="tx"/>
                    </a:ext>
                  </a:extLst>
                </a:hlinkClick>
              </a:rPr>
              <a:t>Sources</a:t>
            </a:r>
            <a:endParaRPr sz="1000">
              <a:solidFill>
                <a:srgbClr val="3C78D8"/>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5"/>
          <p:cNvSpPr txBox="1"/>
          <p:nvPr>
            <p:ph type="title"/>
          </p:nvPr>
        </p:nvSpPr>
        <p:spPr>
          <a:xfrm>
            <a:off x="457200" y="685800"/>
            <a:ext cx="8229600" cy="8574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
              <a:t>GM EV Car </a:t>
            </a:r>
            <a:r>
              <a:rPr lang="en"/>
              <a:t>Revenue</a:t>
            </a:r>
            <a:endParaRPr/>
          </a:p>
        </p:txBody>
      </p:sp>
      <p:sp>
        <p:nvSpPr>
          <p:cNvPr id="80" name="Google Shape;80;p15"/>
          <p:cNvSpPr txBox="1"/>
          <p:nvPr>
            <p:ph idx="1" type="body"/>
          </p:nvPr>
        </p:nvSpPr>
        <p:spPr>
          <a:xfrm>
            <a:off x="4491025" y="1630350"/>
            <a:ext cx="4584900" cy="24201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b="1" lang="en" sz="1200">
                <a:solidFill>
                  <a:schemeClr val="accent6"/>
                </a:solidFill>
              </a:rPr>
              <a:t>Car Sales * (Base Price + Upgrades + Dealership margin)</a:t>
            </a:r>
            <a:endParaRPr b="1" sz="1200">
              <a:solidFill>
                <a:schemeClr val="accent6"/>
              </a:solidFill>
            </a:endParaRPr>
          </a:p>
          <a:p>
            <a:pPr indent="0" lvl="0" marL="0" rtl="0" algn="l">
              <a:lnSpc>
                <a:spcPct val="115000"/>
              </a:lnSpc>
              <a:spcBef>
                <a:spcPts val="1800"/>
              </a:spcBef>
              <a:spcAft>
                <a:spcPts val="0"/>
              </a:spcAft>
              <a:buNone/>
            </a:pPr>
            <a:r>
              <a:rPr b="1" lang="en" sz="1200">
                <a:solidFill>
                  <a:schemeClr val="accent6"/>
                </a:solidFill>
              </a:rPr>
              <a:t>Market Growth &amp; Sales Performance</a:t>
            </a:r>
            <a:endParaRPr b="1" sz="1200">
              <a:solidFill>
                <a:schemeClr val="accent6"/>
              </a:solidFill>
            </a:endParaRPr>
          </a:p>
          <a:p>
            <a:pPr indent="-304800" lvl="0" marL="457200" rtl="0" algn="l">
              <a:lnSpc>
                <a:spcPct val="115000"/>
              </a:lnSpc>
              <a:spcBef>
                <a:spcPts val="600"/>
              </a:spcBef>
              <a:spcAft>
                <a:spcPts val="0"/>
              </a:spcAft>
              <a:buClr>
                <a:srgbClr val="000000"/>
              </a:buClr>
              <a:buSzPts val="1200"/>
              <a:buFont typeface="Roboto"/>
              <a:buChar char="●"/>
            </a:pPr>
            <a:r>
              <a:rPr lang="en" sz="1200">
                <a:solidFill>
                  <a:srgbClr val="000000"/>
                </a:solidFill>
                <a:latin typeface="Roboto"/>
                <a:ea typeface="Roboto"/>
                <a:cs typeface="Roboto"/>
                <a:sym typeface="Roboto"/>
              </a:rPr>
              <a:t>Total Sales Growth:</a:t>
            </a:r>
            <a:endParaRPr sz="1200">
              <a:solidFill>
                <a:srgbClr val="000000"/>
              </a:solidFill>
              <a:latin typeface="Roboto"/>
              <a:ea typeface="Roboto"/>
              <a:cs typeface="Roboto"/>
              <a:sym typeface="Roboto"/>
            </a:endParaRPr>
          </a:p>
          <a:p>
            <a:pPr indent="-304800" lvl="1" marL="914400" rtl="0" algn="l">
              <a:lnSpc>
                <a:spcPct val="115000"/>
              </a:lnSpc>
              <a:spcBef>
                <a:spcPts val="0"/>
              </a:spcBef>
              <a:spcAft>
                <a:spcPts val="0"/>
              </a:spcAft>
              <a:buClr>
                <a:srgbClr val="000000"/>
              </a:buClr>
              <a:buSzPts val="1200"/>
              <a:buFont typeface="Roboto"/>
              <a:buChar char="●"/>
            </a:pPr>
            <a:r>
              <a:rPr lang="en" sz="1200">
                <a:solidFill>
                  <a:srgbClr val="000000"/>
                </a:solidFill>
                <a:latin typeface="Roboto"/>
                <a:ea typeface="Roboto"/>
                <a:cs typeface="Roboto"/>
                <a:sym typeface="Roboto"/>
              </a:rPr>
              <a:t>2020: 20,754 units</a:t>
            </a:r>
            <a:endParaRPr sz="1200">
              <a:solidFill>
                <a:srgbClr val="000000"/>
              </a:solidFill>
              <a:latin typeface="Roboto"/>
              <a:ea typeface="Roboto"/>
              <a:cs typeface="Roboto"/>
              <a:sym typeface="Roboto"/>
            </a:endParaRPr>
          </a:p>
          <a:p>
            <a:pPr indent="-304800" lvl="1" marL="914400" rtl="0" algn="l">
              <a:lnSpc>
                <a:spcPct val="115000"/>
              </a:lnSpc>
              <a:spcBef>
                <a:spcPts val="0"/>
              </a:spcBef>
              <a:spcAft>
                <a:spcPts val="0"/>
              </a:spcAft>
              <a:buClr>
                <a:srgbClr val="000000"/>
              </a:buClr>
              <a:buSzPts val="1200"/>
              <a:buFont typeface="Roboto"/>
              <a:buChar char="●"/>
            </a:pPr>
            <a:r>
              <a:rPr lang="en" sz="1200">
                <a:solidFill>
                  <a:srgbClr val="000000"/>
                </a:solidFill>
                <a:latin typeface="Roboto"/>
                <a:ea typeface="Roboto"/>
                <a:cs typeface="Roboto"/>
                <a:sym typeface="Roboto"/>
              </a:rPr>
              <a:t>2024: 113,047 units</a:t>
            </a:r>
            <a:endParaRPr sz="1200">
              <a:solidFill>
                <a:srgbClr val="000000"/>
              </a:solidFill>
              <a:latin typeface="Roboto"/>
              <a:ea typeface="Roboto"/>
              <a:cs typeface="Roboto"/>
              <a:sym typeface="Roboto"/>
            </a:endParaRPr>
          </a:p>
          <a:p>
            <a:pPr indent="-304800" lvl="1" marL="914400" rtl="0" algn="l">
              <a:lnSpc>
                <a:spcPct val="115000"/>
              </a:lnSpc>
              <a:spcBef>
                <a:spcPts val="0"/>
              </a:spcBef>
              <a:spcAft>
                <a:spcPts val="0"/>
              </a:spcAft>
              <a:buClr>
                <a:srgbClr val="000000"/>
              </a:buClr>
              <a:buSzPts val="1200"/>
              <a:buFont typeface="Roboto"/>
              <a:buChar char="●"/>
            </a:pPr>
            <a:r>
              <a:rPr b="1" lang="en" sz="1200">
                <a:solidFill>
                  <a:srgbClr val="000000"/>
                </a:solidFill>
                <a:latin typeface="Roboto"/>
                <a:ea typeface="Roboto"/>
                <a:cs typeface="Roboto"/>
                <a:sym typeface="Roboto"/>
              </a:rPr>
              <a:t>445% growth over 5 years</a:t>
            </a:r>
            <a:endParaRPr b="1" sz="1200">
              <a:solidFill>
                <a:srgbClr val="000000"/>
              </a:solidFill>
              <a:latin typeface="Roboto"/>
              <a:ea typeface="Roboto"/>
              <a:cs typeface="Roboto"/>
              <a:sym typeface="Roboto"/>
            </a:endParaRPr>
          </a:p>
          <a:p>
            <a:pPr indent="0" lvl="0" marL="0" rtl="0" algn="l">
              <a:lnSpc>
                <a:spcPct val="115000"/>
              </a:lnSpc>
              <a:spcBef>
                <a:spcPts val="2100"/>
              </a:spcBef>
              <a:spcAft>
                <a:spcPts val="0"/>
              </a:spcAft>
              <a:buNone/>
            </a:pPr>
            <a:r>
              <a:rPr b="1" lang="en" sz="1200">
                <a:solidFill>
                  <a:schemeClr val="accent6"/>
                </a:solidFill>
              </a:rPr>
              <a:t>Top Performing Models (2024)</a:t>
            </a:r>
            <a:endParaRPr b="1" sz="1200">
              <a:solidFill>
                <a:schemeClr val="accent6"/>
              </a:solidFill>
            </a:endParaRPr>
          </a:p>
          <a:p>
            <a:pPr indent="-304800" lvl="0" marL="457200" rtl="0" algn="l">
              <a:lnSpc>
                <a:spcPct val="115000"/>
              </a:lnSpc>
              <a:spcBef>
                <a:spcPts val="600"/>
              </a:spcBef>
              <a:spcAft>
                <a:spcPts val="0"/>
              </a:spcAft>
              <a:buClr>
                <a:srgbClr val="000000"/>
              </a:buClr>
              <a:buSzPts val="1200"/>
              <a:buFont typeface="Roboto"/>
              <a:buAutoNum type="arabicPeriod"/>
            </a:pPr>
            <a:r>
              <a:rPr lang="en" sz="1200">
                <a:solidFill>
                  <a:srgbClr val="000000"/>
                </a:solidFill>
                <a:latin typeface="Roboto"/>
                <a:ea typeface="Roboto"/>
                <a:cs typeface="Roboto"/>
                <a:sym typeface="Roboto"/>
              </a:rPr>
              <a:t>Cadillac Lyriq: 28,402 units at $68,890 = </a:t>
            </a:r>
            <a:r>
              <a:rPr b="1" lang="en" sz="1200">
                <a:solidFill>
                  <a:srgbClr val="000000"/>
                </a:solidFill>
                <a:latin typeface="Roboto"/>
                <a:ea typeface="Roboto"/>
                <a:cs typeface="Roboto"/>
                <a:sym typeface="Roboto"/>
              </a:rPr>
              <a:t>$1.96B</a:t>
            </a:r>
            <a:r>
              <a:rPr lang="en" sz="1200">
                <a:solidFill>
                  <a:srgbClr val="000000"/>
                </a:solidFill>
                <a:latin typeface="Roboto"/>
                <a:ea typeface="Roboto"/>
                <a:cs typeface="Roboto"/>
                <a:sym typeface="Roboto"/>
              </a:rPr>
              <a:t> </a:t>
            </a:r>
            <a:endParaRPr sz="1200">
              <a:solidFill>
                <a:srgbClr val="000000"/>
              </a:solidFill>
              <a:latin typeface="Roboto"/>
              <a:ea typeface="Roboto"/>
              <a:cs typeface="Roboto"/>
              <a:sym typeface="Roboto"/>
            </a:endParaRPr>
          </a:p>
          <a:p>
            <a:pPr indent="-304800" lvl="0" marL="457200" rtl="0" algn="l">
              <a:lnSpc>
                <a:spcPct val="115000"/>
              </a:lnSpc>
              <a:spcBef>
                <a:spcPts val="0"/>
              </a:spcBef>
              <a:spcAft>
                <a:spcPts val="0"/>
              </a:spcAft>
              <a:buClr>
                <a:srgbClr val="000000"/>
              </a:buClr>
              <a:buSzPts val="1200"/>
              <a:buFont typeface="Roboto"/>
              <a:buAutoNum type="arabicPeriod"/>
            </a:pPr>
            <a:r>
              <a:rPr lang="en" sz="1200">
                <a:solidFill>
                  <a:srgbClr val="000000"/>
                </a:solidFill>
                <a:latin typeface="Roboto"/>
                <a:ea typeface="Roboto"/>
                <a:cs typeface="Roboto"/>
                <a:sym typeface="Roboto"/>
              </a:rPr>
              <a:t>Chevrolet Equinox EV: 28,874 units at $48,000 = </a:t>
            </a:r>
            <a:r>
              <a:rPr b="1" lang="en" sz="1200">
                <a:solidFill>
                  <a:srgbClr val="000000"/>
                </a:solidFill>
                <a:latin typeface="Roboto"/>
                <a:ea typeface="Roboto"/>
                <a:cs typeface="Roboto"/>
                <a:sym typeface="Roboto"/>
              </a:rPr>
              <a:t>$1.39B</a:t>
            </a:r>
            <a:r>
              <a:rPr lang="en" sz="1200">
                <a:solidFill>
                  <a:srgbClr val="000000"/>
                </a:solidFill>
                <a:latin typeface="Roboto"/>
                <a:ea typeface="Roboto"/>
                <a:cs typeface="Roboto"/>
                <a:sym typeface="Roboto"/>
              </a:rPr>
              <a:t> </a:t>
            </a:r>
            <a:endParaRPr sz="1200">
              <a:solidFill>
                <a:srgbClr val="000000"/>
              </a:solidFill>
              <a:latin typeface="Roboto"/>
              <a:ea typeface="Roboto"/>
              <a:cs typeface="Roboto"/>
              <a:sym typeface="Roboto"/>
            </a:endParaRPr>
          </a:p>
          <a:p>
            <a:pPr indent="-304800" lvl="0" marL="457200" rtl="0" algn="l">
              <a:lnSpc>
                <a:spcPct val="115000"/>
              </a:lnSpc>
              <a:spcBef>
                <a:spcPts val="0"/>
              </a:spcBef>
              <a:spcAft>
                <a:spcPts val="0"/>
              </a:spcAft>
              <a:buClr>
                <a:srgbClr val="000000"/>
              </a:buClr>
              <a:buSzPts val="1200"/>
              <a:buFont typeface="Roboto"/>
              <a:buAutoNum type="arabicPeriod"/>
            </a:pPr>
            <a:r>
              <a:rPr lang="en" sz="1200">
                <a:solidFill>
                  <a:srgbClr val="000000"/>
                </a:solidFill>
                <a:latin typeface="Roboto"/>
                <a:ea typeface="Roboto"/>
                <a:cs typeface="Roboto"/>
                <a:sym typeface="Roboto"/>
              </a:rPr>
              <a:t>GMC Hummer EV Pickup: 13,993 u at $132,895 = </a:t>
            </a:r>
            <a:r>
              <a:rPr b="1" lang="en" sz="1200">
                <a:solidFill>
                  <a:srgbClr val="000000"/>
                </a:solidFill>
                <a:latin typeface="Roboto"/>
                <a:ea typeface="Roboto"/>
                <a:cs typeface="Roboto"/>
                <a:sym typeface="Roboto"/>
              </a:rPr>
              <a:t>$1.86B</a:t>
            </a:r>
            <a:endParaRPr b="1" sz="1200"/>
          </a:p>
        </p:txBody>
      </p:sp>
      <p:pic>
        <p:nvPicPr>
          <p:cNvPr id="81" name="Google Shape;81;p15"/>
          <p:cNvPicPr preferRelativeResize="0"/>
          <p:nvPr/>
        </p:nvPicPr>
        <p:blipFill>
          <a:blip r:embed="rId3">
            <a:alphaModFix/>
          </a:blip>
          <a:stretch>
            <a:fillRect/>
          </a:stretch>
        </p:blipFill>
        <p:spPr>
          <a:xfrm>
            <a:off x="276825" y="2035333"/>
            <a:ext cx="4085025" cy="2104842"/>
          </a:xfrm>
          <a:prstGeom prst="rect">
            <a:avLst/>
          </a:prstGeom>
          <a:noFill/>
          <a:ln>
            <a:noFill/>
          </a:ln>
        </p:spPr>
      </p:pic>
      <p:sp>
        <p:nvSpPr>
          <p:cNvPr id="82" name="Google Shape;82;p15"/>
          <p:cNvSpPr txBox="1"/>
          <p:nvPr/>
        </p:nvSpPr>
        <p:spPr>
          <a:xfrm>
            <a:off x="7809625" y="4726675"/>
            <a:ext cx="1266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accent6"/>
                </a:solidFill>
                <a:highlight>
                  <a:schemeClr val="lt1"/>
                </a:highlight>
                <a:uFill>
                  <a:noFill/>
                </a:uFill>
                <a:hlinkClick r:id="rId4">
                  <a:extLst>
                    <a:ext uri="{A12FA001-AC4F-418D-AE19-62706E023703}">
                      <ahyp:hlinkClr val="tx"/>
                    </a:ext>
                  </a:extLst>
                </a:hlinkClick>
              </a:rPr>
              <a:t>Calculation</a:t>
            </a:r>
            <a:r>
              <a:rPr lang="en" sz="1200">
                <a:solidFill>
                  <a:schemeClr val="accent6"/>
                </a:solidFill>
                <a:highlight>
                  <a:schemeClr val="lt1"/>
                </a:highlight>
              </a:rPr>
              <a:t> Link</a:t>
            </a:r>
            <a:endParaRPr sz="1200">
              <a:solidFill>
                <a:schemeClr val="accent6"/>
              </a:solidFill>
              <a:highlight>
                <a:schemeClr val="lt1"/>
              </a:highlight>
            </a:endParaRPr>
          </a:p>
        </p:txBody>
      </p:sp>
      <p:sp>
        <p:nvSpPr>
          <p:cNvPr id="83" name="Google Shape;83;p15"/>
          <p:cNvSpPr txBox="1"/>
          <p:nvPr/>
        </p:nvSpPr>
        <p:spPr>
          <a:xfrm>
            <a:off x="487600" y="4632300"/>
            <a:ext cx="453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2"/>
                </a:solidFill>
              </a:rPr>
              <a:t>Total Combined Revenue from EV Sales : </a:t>
            </a:r>
            <a:r>
              <a:rPr b="1" lang="en" sz="1200"/>
              <a:t>$14.67 B</a:t>
            </a:r>
            <a:endParaRPr b="1" sz="1200">
              <a:solidFill>
                <a:schemeClr val="lt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6"/>
          <p:cNvSpPr txBox="1"/>
          <p:nvPr>
            <p:ph type="title"/>
          </p:nvPr>
        </p:nvSpPr>
        <p:spPr>
          <a:xfrm>
            <a:off x="457200" y="685800"/>
            <a:ext cx="8229600" cy="8574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
              <a:t>Car sales: Cost </a:t>
            </a:r>
            <a:endParaRPr/>
          </a:p>
        </p:txBody>
      </p:sp>
      <p:sp>
        <p:nvSpPr>
          <p:cNvPr id="89" name="Google Shape;89;p16"/>
          <p:cNvSpPr txBox="1"/>
          <p:nvPr>
            <p:ph idx="1" type="body"/>
          </p:nvPr>
        </p:nvSpPr>
        <p:spPr>
          <a:xfrm>
            <a:off x="457200" y="1682496"/>
            <a:ext cx="8229600" cy="2914800"/>
          </a:xfrm>
          <a:prstGeom prst="rect">
            <a:avLst/>
          </a:prstGeom>
        </p:spPr>
        <p:txBody>
          <a:bodyPr anchorCtr="0" anchor="t" bIns="45700" lIns="91425" spcFirstLastPara="1" rIns="91425" wrap="square" tIns="45700">
            <a:normAutofit lnSpcReduction="10000"/>
          </a:bodyPr>
          <a:lstStyle/>
          <a:p>
            <a:pPr indent="-330200" lvl="0" marL="457200" rtl="0" algn="l">
              <a:lnSpc>
                <a:spcPct val="150000"/>
              </a:lnSpc>
              <a:spcBef>
                <a:spcPts val="360"/>
              </a:spcBef>
              <a:spcAft>
                <a:spcPts val="0"/>
              </a:spcAft>
              <a:buClr>
                <a:srgbClr val="222222"/>
              </a:buClr>
              <a:buSzPts val="1600"/>
              <a:buChar char="●"/>
            </a:pPr>
            <a:r>
              <a:rPr lang="en" sz="1600">
                <a:solidFill>
                  <a:srgbClr val="222222"/>
                </a:solidFill>
              </a:rPr>
              <a:t>Capital IQ did not contain explicit financial information for EV specific categories </a:t>
            </a:r>
            <a:endParaRPr sz="1600">
              <a:solidFill>
                <a:srgbClr val="222222"/>
              </a:solidFill>
            </a:endParaRPr>
          </a:p>
          <a:p>
            <a:pPr indent="-330200" lvl="0" marL="457200" rtl="0" algn="l">
              <a:lnSpc>
                <a:spcPct val="150000"/>
              </a:lnSpc>
              <a:spcBef>
                <a:spcPts val="0"/>
              </a:spcBef>
              <a:spcAft>
                <a:spcPts val="0"/>
              </a:spcAft>
              <a:buClr>
                <a:srgbClr val="222222"/>
              </a:buClr>
              <a:buSzPts val="1600"/>
              <a:buChar char="●"/>
            </a:pPr>
            <a:r>
              <a:rPr lang="en" sz="1600">
                <a:solidFill>
                  <a:srgbClr val="222222"/>
                </a:solidFill>
              </a:rPr>
              <a:t>Key cost components for an average $40,000 EV (industry standards): </a:t>
            </a:r>
            <a:endParaRPr sz="1600">
              <a:solidFill>
                <a:srgbClr val="222222"/>
              </a:solidFill>
            </a:endParaRPr>
          </a:p>
          <a:p>
            <a:pPr indent="-330200" lvl="1" marL="914400" rtl="0" algn="l">
              <a:lnSpc>
                <a:spcPct val="150000"/>
              </a:lnSpc>
              <a:spcBef>
                <a:spcPts val="0"/>
              </a:spcBef>
              <a:spcAft>
                <a:spcPts val="0"/>
              </a:spcAft>
              <a:buClr>
                <a:srgbClr val="222222"/>
              </a:buClr>
              <a:buSzPts val="1600"/>
              <a:buChar char="○"/>
            </a:pPr>
            <a:r>
              <a:rPr lang="en" sz="1600">
                <a:solidFill>
                  <a:srgbClr val="222222"/>
                </a:solidFill>
              </a:rPr>
              <a:t>Battery - $8,500 (for average vehicle with 65 kWh battery * $130/kWh in 2024)</a:t>
            </a:r>
            <a:endParaRPr sz="1600">
              <a:solidFill>
                <a:srgbClr val="222222"/>
              </a:solidFill>
            </a:endParaRPr>
          </a:p>
          <a:p>
            <a:pPr indent="-330200" lvl="1" marL="914400" rtl="0" algn="l">
              <a:lnSpc>
                <a:spcPct val="150000"/>
              </a:lnSpc>
              <a:spcBef>
                <a:spcPts val="0"/>
              </a:spcBef>
              <a:spcAft>
                <a:spcPts val="0"/>
              </a:spcAft>
              <a:buClr>
                <a:srgbClr val="222222"/>
              </a:buClr>
              <a:buSzPts val="1600"/>
              <a:buChar char="○"/>
            </a:pPr>
            <a:r>
              <a:rPr lang="en" sz="1600">
                <a:solidFill>
                  <a:srgbClr val="222222"/>
                </a:solidFill>
              </a:rPr>
              <a:t>Chassis, body, powertrain - $10,000 - $12,000 </a:t>
            </a:r>
            <a:endParaRPr sz="1600">
              <a:solidFill>
                <a:srgbClr val="222222"/>
              </a:solidFill>
            </a:endParaRPr>
          </a:p>
          <a:p>
            <a:pPr indent="-330200" lvl="1" marL="914400" rtl="0" algn="l">
              <a:lnSpc>
                <a:spcPct val="150000"/>
              </a:lnSpc>
              <a:spcBef>
                <a:spcPts val="0"/>
              </a:spcBef>
              <a:spcAft>
                <a:spcPts val="0"/>
              </a:spcAft>
              <a:buClr>
                <a:srgbClr val="222222"/>
              </a:buClr>
              <a:buSzPts val="1600"/>
              <a:buChar char="○"/>
            </a:pPr>
            <a:r>
              <a:rPr lang="en" sz="1600">
                <a:solidFill>
                  <a:srgbClr val="222222"/>
                </a:solidFill>
              </a:rPr>
              <a:t>Labor - $1,500 - $2,500</a:t>
            </a:r>
            <a:endParaRPr sz="1600">
              <a:solidFill>
                <a:srgbClr val="222222"/>
              </a:solidFill>
            </a:endParaRPr>
          </a:p>
          <a:p>
            <a:pPr indent="-330200" lvl="1" marL="914400" rtl="0" algn="l">
              <a:lnSpc>
                <a:spcPct val="150000"/>
              </a:lnSpc>
              <a:spcBef>
                <a:spcPts val="0"/>
              </a:spcBef>
              <a:spcAft>
                <a:spcPts val="0"/>
              </a:spcAft>
              <a:buClr>
                <a:srgbClr val="222222"/>
              </a:buClr>
              <a:buSzPts val="1600"/>
              <a:buChar char="○"/>
            </a:pPr>
            <a:r>
              <a:rPr lang="en" sz="1600">
                <a:solidFill>
                  <a:srgbClr val="222222"/>
                </a:solidFill>
              </a:rPr>
              <a:t>Misc - $2,000 - $4,000</a:t>
            </a:r>
            <a:endParaRPr sz="1600">
              <a:solidFill>
                <a:srgbClr val="222222"/>
              </a:solidFill>
            </a:endParaRPr>
          </a:p>
          <a:p>
            <a:pPr indent="0" lvl="0" marL="0" rtl="0" algn="l">
              <a:lnSpc>
                <a:spcPct val="150000"/>
              </a:lnSpc>
              <a:spcBef>
                <a:spcPts val="360"/>
              </a:spcBef>
              <a:spcAft>
                <a:spcPts val="0"/>
              </a:spcAft>
              <a:buNone/>
            </a:pPr>
            <a:r>
              <a:rPr b="1" lang="en" sz="1600">
                <a:solidFill>
                  <a:srgbClr val="222222"/>
                </a:solidFill>
              </a:rPr>
              <a:t>Total COGS (fixed) ~ $25,500 or ~ 65% of selling price of car </a:t>
            </a:r>
            <a:endParaRPr b="1" sz="1600">
              <a:solidFill>
                <a:srgbClr val="222222"/>
              </a:solidFill>
            </a:endParaRPr>
          </a:p>
          <a:p>
            <a:pPr indent="0" lvl="0" marL="0" rtl="0" algn="l">
              <a:lnSpc>
                <a:spcPct val="150000"/>
              </a:lnSpc>
              <a:spcBef>
                <a:spcPts val="360"/>
              </a:spcBef>
              <a:spcAft>
                <a:spcPts val="0"/>
              </a:spcAft>
              <a:buNone/>
            </a:pPr>
            <a:r>
              <a:t/>
            </a:r>
            <a:endParaRPr sz="1600">
              <a:solidFill>
                <a:srgbClr val="22222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7"/>
          <p:cNvSpPr txBox="1"/>
          <p:nvPr>
            <p:ph type="title"/>
          </p:nvPr>
        </p:nvSpPr>
        <p:spPr>
          <a:xfrm>
            <a:off x="457200" y="685800"/>
            <a:ext cx="8229600" cy="8574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
              <a:t>Charger: Revenue </a:t>
            </a:r>
            <a:endParaRPr/>
          </a:p>
        </p:txBody>
      </p:sp>
      <p:sp>
        <p:nvSpPr>
          <p:cNvPr id="95" name="Google Shape;95;p17"/>
          <p:cNvSpPr txBox="1"/>
          <p:nvPr>
            <p:ph idx="1" type="body"/>
          </p:nvPr>
        </p:nvSpPr>
        <p:spPr>
          <a:xfrm>
            <a:off x="457200" y="1682496"/>
            <a:ext cx="8229600" cy="2914800"/>
          </a:xfrm>
          <a:prstGeom prst="rect">
            <a:avLst/>
          </a:prstGeom>
        </p:spPr>
        <p:txBody>
          <a:bodyPr anchorCtr="0" anchor="t" bIns="45700" lIns="91425" spcFirstLastPara="1" rIns="91425" wrap="square" tIns="45700">
            <a:normAutofit/>
          </a:bodyPr>
          <a:lstStyle/>
          <a:p>
            <a:pPr indent="0" lvl="0" marL="0" rtl="0" algn="l">
              <a:lnSpc>
                <a:spcPct val="115000"/>
              </a:lnSpc>
              <a:spcBef>
                <a:spcPts val="0"/>
              </a:spcBef>
              <a:spcAft>
                <a:spcPts val="0"/>
              </a:spcAft>
              <a:buNone/>
            </a:pPr>
            <a:r>
              <a:rPr b="1" lang="en" sz="1800">
                <a:solidFill>
                  <a:srgbClr val="000000"/>
                </a:solidFill>
              </a:rPr>
              <a:t>Total revenue</a:t>
            </a:r>
            <a:r>
              <a:rPr lang="en" sz="1800">
                <a:solidFill>
                  <a:srgbClr val="000000"/>
                </a:solidFill>
              </a:rPr>
              <a:t> = </a:t>
            </a:r>
            <a:r>
              <a:rPr lang="en" sz="1800">
                <a:solidFill>
                  <a:srgbClr val="000000"/>
                </a:solidFill>
              </a:rPr>
              <a:t>Annual Average Daily Traffic (AADT) * EV rate * Price per unit * Average car capacity</a:t>
            </a:r>
            <a:endParaRPr sz="1800">
              <a:solidFill>
                <a:srgbClr val="000000"/>
              </a:solidFill>
            </a:endParaRPr>
          </a:p>
          <a:p>
            <a:pPr indent="0" lvl="0" marL="457200" rtl="0" algn="l">
              <a:lnSpc>
                <a:spcPct val="115000"/>
              </a:lnSpc>
              <a:spcBef>
                <a:spcPts val="0"/>
              </a:spcBef>
              <a:spcAft>
                <a:spcPts val="0"/>
              </a:spcAft>
              <a:buNone/>
            </a:pPr>
            <a:r>
              <a:t/>
            </a:r>
            <a:endParaRPr sz="1800">
              <a:solidFill>
                <a:srgbClr val="000000"/>
              </a:solidFill>
            </a:endParaRPr>
          </a:p>
          <a:p>
            <a:pPr indent="-342900" lvl="0" marL="457200" rtl="0" algn="l">
              <a:lnSpc>
                <a:spcPct val="115000"/>
              </a:lnSpc>
              <a:spcBef>
                <a:spcPts val="0"/>
              </a:spcBef>
              <a:spcAft>
                <a:spcPts val="0"/>
              </a:spcAft>
              <a:buClr>
                <a:srgbClr val="000000"/>
              </a:buClr>
              <a:buSzPts val="1800"/>
              <a:buChar char="•"/>
            </a:pPr>
            <a:r>
              <a:rPr lang="en" sz="1800">
                <a:solidFill>
                  <a:srgbClr val="000000"/>
                </a:solidFill>
              </a:rPr>
              <a:t>AADT → Obtained on zip code level </a:t>
            </a:r>
            <a:endParaRPr sz="1800">
              <a:solidFill>
                <a:srgbClr val="000000"/>
              </a:solidFill>
            </a:endParaRPr>
          </a:p>
          <a:p>
            <a:pPr indent="-342900" lvl="0" marL="457200" rtl="0" algn="l">
              <a:lnSpc>
                <a:spcPct val="115000"/>
              </a:lnSpc>
              <a:spcBef>
                <a:spcPts val="0"/>
              </a:spcBef>
              <a:spcAft>
                <a:spcPts val="0"/>
              </a:spcAft>
              <a:buClr>
                <a:srgbClr val="000000"/>
              </a:buClr>
              <a:buSzPts val="1800"/>
              <a:buChar char="•"/>
            </a:pPr>
            <a:r>
              <a:rPr lang="en" sz="1800">
                <a:solidFill>
                  <a:srgbClr val="000000"/>
                </a:solidFill>
              </a:rPr>
              <a:t>EV rate:  6.1 million vehicles registered → 39,353 EVs → 0.65% (TN.gov)</a:t>
            </a:r>
            <a:endParaRPr sz="1800">
              <a:solidFill>
                <a:srgbClr val="000000"/>
              </a:solidFill>
            </a:endParaRPr>
          </a:p>
          <a:p>
            <a:pPr indent="-342900" lvl="0" marL="457200" rtl="0" algn="l">
              <a:lnSpc>
                <a:spcPct val="115000"/>
              </a:lnSpc>
              <a:spcBef>
                <a:spcPts val="0"/>
              </a:spcBef>
              <a:spcAft>
                <a:spcPts val="0"/>
              </a:spcAft>
              <a:buClr>
                <a:srgbClr val="000000"/>
              </a:buClr>
              <a:buSzPts val="1800"/>
              <a:buChar char="•"/>
            </a:pPr>
            <a:r>
              <a:rPr lang="en" sz="1800">
                <a:solidFill>
                  <a:srgbClr val="000000"/>
                </a:solidFill>
              </a:rPr>
              <a:t>Avg cost of DC fast chargers in TN: $0.42 per kWh (American Automobile Association)</a:t>
            </a:r>
            <a:endParaRPr sz="1800">
              <a:solidFill>
                <a:srgbClr val="000000"/>
              </a:solidFill>
            </a:endParaRPr>
          </a:p>
          <a:p>
            <a:pPr indent="-342900" lvl="0" marL="457200" rtl="0" algn="l">
              <a:lnSpc>
                <a:spcPct val="115000"/>
              </a:lnSpc>
              <a:spcBef>
                <a:spcPts val="0"/>
              </a:spcBef>
              <a:spcAft>
                <a:spcPts val="0"/>
              </a:spcAft>
              <a:buClr>
                <a:srgbClr val="000000"/>
              </a:buClr>
              <a:buSzPts val="1800"/>
              <a:buChar char="•"/>
            </a:pPr>
            <a:r>
              <a:rPr lang="en" sz="1800">
                <a:solidFill>
                  <a:srgbClr val="000000"/>
                </a:solidFill>
              </a:rPr>
              <a:t>Average capacity: 65.35 kWh</a:t>
            </a:r>
            <a:endParaRPr sz="1800">
              <a:solidFill>
                <a:srgbClr val="000000"/>
              </a:solidFill>
            </a:endParaRPr>
          </a:p>
          <a:p>
            <a:pPr indent="0" lvl="0" marL="457200" rtl="0" algn="l">
              <a:lnSpc>
                <a:spcPct val="115000"/>
              </a:lnSpc>
              <a:spcBef>
                <a:spcPts val="0"/>
              </a:spcBef>
              <a:spcAft>
                <a:spcPts val="0"/>
              </a:spcAft>
              <a:buNone/>
            </a:pPr>
            <a:r>
              <a:t/>
            </a:r>
            <a:endParaRPr sz="1550">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8"/>
          <p:cNvSpPr txBox="1"/>
          <p:nvPr>
            <p:ph type="title"/>
          </p:nvPr>
        </p:nvSpPr>
        <p:spPr>
          <a:xfrm>
            <a:off x="166600" y="641500"/>
            <a:ext cx="4179600" cy="871500"/>
          </a:xfrm>
          <a:prstGeom prst="rect">
            <a:avLst/>
          </a:prstGeom>
        </p:spPr>
        <p:txBody>
          <a:bodyPr anchorCtr="0" anchor="b" bIns="45700" lIns="91425" spcFirstLastPara="1" rIns="91425" wrap="square" tIns="45700">
            <a:noAutofit/>
          </a:bodyPr>
          <a:lstStyle/>
          <a:p>
            <a:pPr indent="0" lvl="0" marL="0" rtl="0" algn="l">
              <a:lnSpc>
                <a:spcPct val="115000"/>
              </a:lnSpc>
              <a:spcBef>
                <a:spcPts val="1200"/>
              </a:spcBef>
              <a:spcAft>
                <a:spcPts val="1200"/>
              </a:spcAft>
              <a:buSzPts val="990"/>
              <a:buNone/>
            </a:pPr>
            <a:r>
              <a:rPr b="1" lang="en" sz="1890">
                <a:solidFill>
                  <a:srgbClr val="000000"/>
                </a:solidFill>
              </a:rPr>
              <a:t>EV Battery Capacity </a:t>
            </a:r>
            <a:r>
              <a:rPr lang="en" sz="1890">
                <a:solidFill>
                  <a:srgbClr val="000000"/>
                </a:solidFill>
              </a:rPr>
              <a:t>Distribution Analysis</a:t>
            </a:r>
            <a:endParaRPr b="1" sz="1890">
              <a:solidFill>
                <a:srgbClr val="000000"/>
              </a:solidFill>
            </a:endParaRPr>
          </a:p>
        </p:txBody>
      </p:sp>
      <p:sp>
        <p:nvSpPr>
          <p:cNvPr id="101" name="Google Shape;101;p18"/>
          <p:cNvSpPr txBox="1"/>
          <p:nvPr>
            <p:ph idx="1" type="body"/>
          </p:nvPr>
        </p:nvSpPr>
        <p:spPr>
          <a:xfrm>
            <a:off x="4507150" y="920875"/>
            <a:ext cx="4179600" cy="4051200"/>
          </a:xfrm>
          <a:prstGeom prst="rect">
            <a:avLst/>
          </a:prstGeom>
        </p:spPr>
        <p:txBody>
          <a:bodyPr anchorCtr="0" anchor="t" bIns="45700" lIns="91425" spcFirstLastPara="1" rIns="91425" wrap="square" tIns="45700">
            <a:normAutofit/>
          </a:bodyPr>
          <a:lstStyle/>
          <a:p>
            <a:pPr indent="0" lvl="0" marL="0" rtl="0" algn="l">
              <a:lnSpc>
                <a:spcPct val="115000"/>
              </a:lnSpc>
              <a:spcBef>
                <a:spcPts val="1400"/>
              </a:spcBef>
              <a:spcAft>
                <a:spcPts val="0"/>
              </a:spcAft>
              <a:buNone/>
            </a:pPr>
            <a:r>
              <a:rPr lang="en" sz="1500">
                <a:solidFill>
                  <a:srgbClr val="000000"/>
                </a:solidFill>
              </a:rPr>
              <a:t>Battery Capacity Categories</a:t>
            </a:r>
            <a:endParaRPr sz="1500">
              <a:solidFill>
                <a:srgbClr val="000000"/>
              </a:solidFill>
            </a:endParaRPr>
          </a:p>
          <a:p>
            <a:pPr indent="-311150" lvl="0" marL="457200" rtl="0" algn="l">
              <a:lnSpc>
                <a:spcPct val="115000"/>
              </a:lnSpc>
              <a:spcBef>
                <a:spcPts val="1200"/>
              </a:spcBef>
              <a:spcAft>
                <a:spcPts val="0"/>
              </a:spcAft>
              <a:buClr>
                <a:srgbClr val="000000"/>
              </a:buClr>
              <a:buSzPts val="1300"/>
              <a:buChar char="●"/>
            </a:pPr>
            <a:r>
              <a:rPr b="1" lang="en" sz="1300">
                <a:solidFill>
                  <a:srgbClr val="000000"/>
                </a:solidFill>
              </a:rPr>
              <a:t>30-50 kWh</a:t>
            </a:r>
            <a:r>
              <a:rPr lang="en" sz="1300">
                <a:solidFill>
                  <a:srgbClr val="000000"/>
                </a:solidFill>
              </a:rPr>
              <a:t>: Smaller capacities (e.g., hybrids, compact EVs).</a:t>
            </a:r>
            <a:endParaRPr sz="1300">
              <a:solidFill>
                <a:srgbClr val="000000"/>
              </a:solidFill>
            </a:endParaRPr>
          </a:p>
          <a:p>
            <a:pPr indent="-311150" lvl="0" marL="457200" rtl="0" algn="l">
              <a:lnSpc>
                <a:spcPct val="115000"/>
              </a:lnSpc>
              <a:spcBef>
                <a:spcPts val="0"/>
              </a:spcBef>
              <a:spcAft>
                <a:spcPts val="0"/>
              </a:spcAft>
              <a:buClr>
                <a:srgbClr val="000000"/>
              </a:buClr>
              <a:buSzPts val="1300"/>
              <a:buChar char="●"/>
            </a:pPr>
            <a:r>
              <a:rPr b="1" lang="en" sz="1300">
                <a:solidFill>
                  <a:srgbClr val="000000"/>
                </a:solidFill>
              </a:rPr>
              <a:t>51-70 kWh</a:t>
            </a:r>
            <a:r>
              <a:rPr lang="en" sz="1300">
                <a:solidFill>
                  <a:srgbClr val="000000"/>
                </a:solidFill>
              </a:rPr>
              <a:t>: Moderate capacities (mid-range EVs).</a:t>
            </a:r>
            <a:endParaRPr sz="1300">
              <a:solidFill>
                <a:srgbClr val="000000"/>
              </a:solidFill>
            </a:endParaRPr>
          </a:p>
          <a:p>
            <a:pPr indent="-311150" lvl="0" marL="457200" rtl="0" algn="l">
              <a:lnSpc>
                <a:spcPct val="115000"/>
              </a:lnSpc>
              <a:spcBef>
                <a:spcPts val="0"/>
              </a:spcBef>
              <a:spcAft>
                <a:spcPts val="0"/>
              </a:spcAft>
              <a:buClr>
                <a:srgbClr val="000000"/>
              </a:buClr>
              <a:buSzPts val="1300"/>
              <a:buChar char="●"/>
            </a:pPr>
            <a:r>
              <a:rPr b="1" lang="en" sz="1300">
                <a:solidFill>
                  <a:srgbClr val="000000"/>
                </a:solidFill>
              </a:rPr>
              <a:t>71-90 kWh</a:t>
            </a:r>
            <a:r>
              <a:rPr lang="en" sz="1300">
                <a:solidFill>
                  <a:srgbClr val="000000"/>
                </a:solidFill>
              </a:rPr>
              <a:t>: Larger capacities (long-range EVs)</a:t>
            </a:r>
            <a:endParaRPr sz="1300">
              <a:solidFill>
                <a:srgbClr val="000000"/>
              </a:solidFill>
            </a:endParaRPr>
          </a:p>
          <a:p>
            <a:pPr indent="-311150" lvl="0" marL="457200" rtl="0" algn="l">
              <a:lnSpc>
                <a:spcPct val="115000"/>
              </a:lnSpc>
              <a:spcBef>
                <a:spcPts val="0"/>
              </a:spcBef>
              <a:spcAft>
                <a:spcPts val="0"/>
              </a:spcAft>
              <a:buClr>
                <a:srgbClr val="000000"/>
              </a:buClr>
              <a:buSzPts val="1300"/>
              <a:buChar char="●"/>
            </a:pPr>
            <a:r>
              <a:rPr b="1" lang="en" sz="1300">
                <a:solidFill>
                  <a:srgbClr val="000000"/>
                </a:solidFill>
              </a:rPr>
              <a:t>91+ kWh</a:t>
            </a:r>
            <a:r>
              <a:rPr lang="en" sz="1300">
                <a:solidFill>
                  <a:srgbClr val="000000"/>
                </a:solidFill>
              </a:rPr>
              <a:t>: Premium or advanced EVs (luxury vehicles).</a:t>
            </a:r>
            <a:endParaRPr sz="1300">
              <a:solidFill>
                <a:srgbClr val="000000"/>
              </a:solidFill>
            </a:endParaRPr>
          </a:p>
          <a:p>
            <a:pPr indent="0" lvl="0" marL="0" rtl="0" algn="l">
              <a:spcBef>
                <a:spcPts val="1200"/>
              </a:spcBef>
              <a:spcAft>
                <a:spcPts val="0"/>
              </a:spcAft>
              <a:buNone/>
            </a:pPr>
            <a:r>
              <a:t/>
            </a:r>
            <a:endParaRPr b="1" sz="1400">
              <a:solidFill>
                <a:srgbClr val="000000"/>
              </a:solidFill>
            </a:endParaRPr>
          </a:p>
          <a:p>
            <a:pPr indent="-317500" lvl="0" marL="457200" rtl="0" algn="l">
              <a:lnSpc>
                <a:spcPct val="115000"/>
              </a:lnSpc>
              <a:spcBef>
                <a:spcPts val="1200"/>
              </a:spcBef>
              <a:spcAft>
                <a:spcPts val="0"/>
              </a:spcAft>
              <a:buClr>
                <a:srgbClr val="000000"/>
              </a:buClr>
              <a:buSzPts val="1400"/>
              <a:buChar char="•"/>
            </a:pPr>
            <a:r>
              <a:rPr b="1" lang="en" sz="1300">
                <a:solidFill>
                  <a:srgbClr val="000000"/>
                </a:solidFill>
              </a:rPr>
              <a:t>Average battery capacity </a:t>
            </a:r>
            <a:r>
              <a:rPr lang="en" sz="1300">
                <a:solidFill>
                  <a:srgbClr val="000000"/>
                </a:solidFill>
              </a:rPr>
              <a:t>= Total energy/ No. of vehicles = </a:t>
            </a:r>
            <a:r>
              <a:rPr b="1" lang="en" sz="1300">
                <a:solidFill>
                  <a:srgbClr val="000000"/>
                </a:solidFill>
              </a:rPr>
              <a:t>65.35 kWh</a:t>
            </a:r>
            <a:endParaRPr b="1" sz="1400">
              <a:solidFill>
                <a:srgbClr val="000000"/>
              </a:solidFill>
            </a:endParaRPr>
          </a:p>
        </p:txBody>
      </p:sp>
      <p:pic>
        <p:nvPicPr>
          <p:cNvPr id="102" name="Google Shape;102;p18"/>
          <p:cNvPicPr preferRelativeResize="0"/>
          <p:nvPr/>
        </p:nvPicPr>
        <p:blipFill>
          <a:blip r:embed="rId3">
            <a:alphaModFix/>
          </a:blip>
          <a:stretch>
            <a:fillRect/>
          </a:stretch>
        </p:blipFill>
        <p:spPr>
          <a:xfrm>
            <a:off x="166601" y="1688036"/>
            <a:ext cx="4179602" cy="251686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9"/>
          <p:cNvSpPr txBox="1"/>
          <p:nvPr>
            <p:ph type="title"/>
          </p:nvPr>
        </p:nvSpPr>
        <p:spPr>
          <a:xfrm>
            <a:off x="457200" y="517950"/>
            <a:ext cx="7264200" cy="6330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
              <a:t>Charger: Cost </a:t>
            </a:r>
            <a:endParaRPr/>
          </a:p>
        </p:txBody>
      </p:sp>
      <p:sp>
        <p:nvSpPr>
          <p:cNvPr id="108" name="Google Shape;108;p19"/>
          <p:cNvSpPr txBox="1"/>
          <p:nvPr>
            <p:ph idx="1" type="body"/>
          </p:nvPr>
        </p:nvSpPr>
        <p:spPr>
          <a:xfrm>
            <a:off x="457200" y="1327375"/>
            <a:ext cx="8475000" cy="3640500"/>
          </a:xfrm>
          <a:prstGeom prst="rect">
            <a:avLst/>
          </a:prstGeom>
        </p:spPr>
        <p:txBody>
          <a:bodyPr anchorCtr="0" anchor="t" bIns="45700" lIns="91425" spcFirstLastPara="1" rIns="91425" wrap="square" tIns="45700">
            <a:noAutofit/>
          </a:bodyPr>
          <a:lstStyle/>
          <a:p>
            <a:pPr indent="-317500" lvl="0" marL="457200" rtl="0" algn="l">
              <a:lnSpc>
                <a:spcPct val="115000"/>
              </a:lnSpc>
              <a:spcBef>
                <a:spcPts val="360"/>
              </a:spcBef>
              <a:spcAft>
                <a:spcPts val="0"/>
              </a:spcAft>
              <a:buClr>
                <a:srgbClr val="000000"/>
              </a:buClr>
              <a:buSzPts val="1400"/>
              <a:buChar char="●"/>
            </a:pPr>
            <a:r>
              <a:rPr b="1" lang="en" sz="1400">
                <a:solidFill>
                  <a:srgbClr val="000000"/>
                </a:solidFill>
              </a:rPr>
              <a:t>Station Rent Costs: </a:t>
            </a:r>
            <a:endParaRPr b="1" sz="1400">
              <a:solidFill>
                <a:srgbClr val="000000"/>
              </a:solidFill>
            </a:endParaRPr>
          </a:p>
          <a:p>
            <a:pPr indent="-317500" lvl="1" marL="914400" rtl="0" algn="l">
              <a:lnSpc>
                <a:spcPct val="115000"/>
              </a:lnSpc>
              <a:spcBef>
                <a:spcPts val="0"/>
              </a:spcBef>
              <a:spcAft>
                <a:spcPts val="0"/>
              </a:spcAft>
              <a:buClr>
                <a:srgbClr val="000000"/>
              </a:buClr>
              <a:buSzPts val="1400"/>
              <a:buChar char="○"/>
            </a:pPr>
            <a:r>
              <a:rPr lang="en" sz="1400">
                <a:solidFill>
                  <a:srgbClr val="000000"/>
                </a:solidFill>
              </a:rPr>
              <a:t>Urban: $13.00, Suburban: $7.70, Rural: $3.60</a:t>
            </a:r>
            <a:endParaRPr sz="1400">
              <a:solidFill>
                <a:srgbClr val="000000"/>
              </a:solidFill>
            </a:endParaRPr>
          </a:p>
          <a:p>
            <a:pPr indent="-317500" lvl="1" marL="914400" rtl="0" algn="l">
              <a:lnSpc>
                <a:spcPct val="115000"/>
              </a:lnSpc>
              <a:spcBef>
                <a:spcPts val="0"/>
              </a:spcBef>
              <a:spcAft>
                <a:spcPts val="0"/>
              </a:spcAft>
              <a:buClr>
                <a:srgbClr val="000000"/>
              </a:buClr>
              <a:buSzPts val="1400"/>
              <a:buChar char="○"/>
            </a:pPr>
            <a:r>
              <a:rPr b="1" lang="en" sz="1400" u="sng">
                <a:solidFill>
                  <a:srgbClr val="000000"/>
                </a:solidFill>
                <a:hlinkClick r:id="rId3">
                  <a:extLst>
                    <a:ext uri="{A12FA001-AC4F-418D-AE19-62706E023703}">
                      <ahyp:hlinkClr val="tx"/>
                    </a:ext>
                  </a:extLst>
                </a:hlinkClick>
              </a:rPr>
              <a:t>Excel</a:t>
            </a:r>
            <a:endParaRPr b="1" sz="1400">
              <a:solidFill>
                <a:srgbClr val="000000"/>
              </a:solidFill>
            </a:endParaRPr>
          </a:p>
          <a:p>
            <a:pPr indent="-317500" lvl="2" marL="1371600" rtl="0" algn="l">
              <a:lnSpc>
                <a:spcPct val="115000"/>
              </a:lnSpc>
              <a:spcBef>
                <a:spcPts val="360"/>
              </a:spcBef>
              <a:spcAft>
                <a:spcPts val="0"/>
              </a:spcAft>
              <a:buClr>
                <a:srgbClr val="000000"/>
              </a:buClr>
              <a:buSzPts val="1400"/>
              <a:buChar char="■"/>
            </a:pPr>
            <a:r>
              <a:rPr lang="en" sz="1400">
                <a:solidFill>
                  <a:srgbClr val="000000"/>
                </a:solidFill>
              </a:rPr>
              <a:t>Classified zip codes into rural, suburban and urban</a:t>
            </a:r>
            <a:endParaRPr sz="1400">
              <a:solidFill>
                <a:srgbClr val="000000"/>
              </a:solidFill>
            </a:endParaRPr>
          </a:p>
          <a:p>
            <a:pPr indent="-317500" lvl="2" marL="1371600" rtl="0" algn="l">
              <a:lnSpc>
                <a:spcPct val="115000"/>
              </a:lnSpc>
              <a:spcBef>
                <a:spcPts val="360"/>
              </a:spcBef>
              <a:spcAft>
                <a:spcPts val="0"/>
              </a:spcAft>
              <a:buClr>
                <a:srgbClr val="000000"/>
              </a:buClr>
              <a:buSzPts val="1400"/>
              <a:buChar char="■"/>
            </a:pPr>
            <a:r>
              <a:rPr lang="en" sz="1400">
                <a:solidFill>
                  <a:srgbClr val="000000"/>
                </a:solidFill>
              </a:rPr>
              <a:t>Found annual rent of gas stations based on the classified zip code</a:t>
            </a:r>
            <a:endParaRPr sz="1400">
              <a:solidFill>
                <a:srgbClr val="000000"/>
              </a:solidFill>
            </a:endParaRPr>
          </a:p>
          <a:p>
            <a:pPr indent="-317500" lvl="2" marL="1371600" rtl="0" algn="l">
              <a:lnSpc>
                <a:spcPct val="115000"/>
              </a:lnSpc>
              <a:spcBef>
                <a:spcPts val="360"/>
              </a:spcBef>
              <a:spcAft>
                <a:spcPts val="0"/>
              </a:spcAft>
              <a:buClr>
                <a:srgbClr val="000000"/>
              </a:buClr>
              <a:buSzPts val="1400"/>
              <a:buChar char="■"/>
            </a:pPr>
            <a:r>
              <a:rPr lang="en" sz="1400">
                <a:solidFill>
                  <a:srgbClr val="000000"/>
                </a:solidFill>
              </a:rPr>
              <a:t>Assumed 10,000 sqft for gas station size</a:t>
            </a:r>
            <a:endParaRPr sz="1400">
              <a:solidFill>
                <a:srgbClr val="000000"/>
              </a:solidFill>
            </a:endParaRPr>
          </a:p>
          <a:p>
            <a:pPr indent="-317500" lvl="2" marL="1371600" rtl="0" algn="l">
              <a:lnSpc>
                <a:spcPct val="115000"/>
              </a:lnSpc>
              <a:spcBef>
                <a:spcPts val="360"/>
              </a:spcBef>
              <a:spcAft>
                <a:spcPts val="0"/>
              </a:spcAft>
              <a:buClr>
                <a:srgbClr val="000000"/>
              </a:buClr>
              <a:buSzPts val="1400"/>
              <a:buChar char="■"/>
            </a:pPr>
            <a:r>
              <a:rPr lang="en" sz="1400">
                <a:solidFill>
                  <a:srgbClr val="000000"/>
                </a:solidFill>
              </a:rPr>
              <a:t>Got $/sqft of gas stations based in zip </a:t>
            </a:r>
            <a:endParaRPr sz="1400">
              <a:solidFill>
                <a:srgbClr val="000000"/>
              </a:solidFill>
            </a:endParaRPr>
          </a:p>
          <a:p>
            <a:pPr indent="-317500" lvl="0" marL="457200" rtl="0" algn="l">
              <a:lnSpc>
                <a:spcPct val="115000"/>
              </a:lnSpc>
              <a:spcBef>
                <a:spcPts val="0"/>
              </a:spcBef>
              <a:spcAft>
                <a:spcPts val="0"/>
              </a:spcAft>
              <a:buClr>
                <a:srgbClr val="000000"/>
              </a:buClr>
              <a:buSzPts val="1400"/>
              <a:buChar char="●"/>
            </a:pPr>
            <a:r>
              <a:rPr b="1" lang="en" sz="1400">
                <a:solidFill>
                  <a:srgbClr val="000000"/>
                </a:solidFill>
              </a:rPr>
              <a:t>Ongoing Infrastructure &amp; Maintenance Cost </a:t>
            </a:r>
            <a:r>
              <a:rPr lang="en" sz="1400">
                <a:solidFill>
                  <a:srgbClr val="000000"/>
                </a:solidFill>
              </a:rPr>
              <a:t>(Fixed cost)</a:t>
            </a:r>
            <a:endParaRPr sz="1400">
              <a:solidFill>
                <a:srgbClr val="000000"/>
              </a:solidFill>
            </a:endParaRPr>
          </a:p>
          <a:p>
            <a:pPr indent="-317500" lvl="1" marL="914400" rtl="0" algn="l">
              <a:lnSpc>
                <a:spcPct val="115000"/>
              </a:lnSpc>
              <a:spcBef>
                <a:spcPts val="0"/>
              </a:spcBef>
              <a:spcAft>
                <a:spcPts val="0"/>
              </a:spcAft>
              <a:buClr>
                <a:srgbClr val="000000"/>
              </a:buClr>
              <a:buSzPts val="1400"/>
              <a:buChar char="○"/>
            </a:pPr>
            <a:r>
              <a:rPr lang="en" sz="1400">
                <a:solidFill>
                  <a:srgbClr val="000000"/>
                </a:solidFill>
              </a:rPr>
              <a:t>Maintenance &amp; Cleaning - $400 - $1,000/ year</a:t>
            </a:r>
            <a:endParaRPr sz="1400">
              <a:solidFill>
                <a:srgbClr val="000000"/>
              </a:solidFill>
            </a:endParaRPr>
          </a:p>
          <a:p>
            <a:pPr indent="-317500" lvl="1" marL="914400" rtl="0" algn="l">
              <a:lnSpc>
                <a:spcPct val="115000"/>
              </a:lnSpc>
              <a:spcBef>
                <a:spcPts val="0"/>
              </a:spcBef>
              <a:spcAft>
                <a:spcPts val="0"/>
              </a:spcAft>
              <a:buClr>
                <a:srgbClr val="000000"/>
              </a:buClr>
              <a:buSzPts val="1400"/>
              <a:buChar char="○"/>
            </a:pPr>
            <a:r>
              <a:rPr lang="en" sz="1400">
                <a:solidFill>
                  <a:srgbClr val="000000"/>
                </a:solidFill>
              </a:rPr>
              <a:t>Inspections &amp; Repairs: $500 - $2,000/ year</a:t>
            </a:r>
            <a:endParaRPr sz="1400">
              <a:solidFill>
                <a:srgbClr val="000000"/>
              </a:solidFill>
            </a:endParaRPr>
          </a:p>
          <a:p>
            <a:pPr indent="-317500" lvl="1" marL="914400" rtl="0" algn="l">
              <a:lnSpc>
                <a:spcPct val="115000"/>
              </a:lnSpc>
              <a:spcBef>
                <a:spcPts val="0"/>
              </a:spcBef>
              <a:spcAft>
                <a:spcPts val="0"/>
              </a:spcAft>
              <a:buClr>
                <a:srgbClr val="000000"/>
              </a:buClr>
              <a:buSzPts val="1400"/>
              <a:buChar char="○"/>
            </a:pPr>
            <a:r>
              <a:rPr lang="en" sz="1400">
                <a:solidFill>
                  <a:srgbClr val="000000"/>
                </a:solidFill>
              </a:rPr>
              <a:t>Replacements: $2,000 - $5,000/ 5 years (~$400 - $1,000/ year)</a:t>
            </a:r>
            <a:endParaRPr sz="1400">
              <a:solidFill>
                <a:srgbClr val="000000"/>
              </a:solidFill>
            </a:endParaRPr>
          </a:p>
          <a:p>
            <a:pPr indent="-317500" lvl="1" marL="914400" rtl="0" algn="l">
              <a:lnSpc>
                <a:spcPct val="115000"/>
              </a:lnSpc>
              <a:spcBef>
                <a:spcPts val="0"/>
              </a:spcBef>
              <a:spcAft>
                <a:spcPts val="0"/>
              </a:spcAft>
              <a:buClr>
                <a:srgbClr val="000000"/>
              </a:buClr>
              <a:buSzPts val="1400"/>
              <a:buChar char="○"/>
            </a:pPr>
            <a:r>
              <a:rPr lang="en" sz="1400">
                <a:solidFill>
                  <a:srgbClr val="000000"/>
                </a:solidFill>
              </a:rPr>
              <a:t>HVAC &amp; Cooling Specific to DC: $500 - $1,500/ year</a:t>
            </a:r>
            <a:endParaRPr sz="1400">
              <a:solidFill>
                <a:srgbClr val="000000"/>
              </a:solidFill>
            </a:endParaRPr>
          </a:p>
          <a:p>
            <a:pPr indent="457200" lvl="0" marL="457200" rtl="0" algn="l">
              <a:lnSpc>
                <a:spcPct val="115000"/>
              </a:lnSpc>
              <a:spcBef>
                <a:spcPts val="360"/>
              </a:spcBef>
              <a:spcAft>
                <a:spcPts val="0"/>
              </a:spcAft>
              <a:buNone/>
            </a:pPr>
            <a:r>
              <a:rPr b="1" lang="en" sz="1400">
                <a:solidFill>
                  <a:srgbClr val="000000"/>
                </a:solidFill>
              </a:rPr>
              <a:t>Average Infrastructure &amp; Maintenance Cost: $3,400/ year</a:t>
            </a:r>
            <a:endParaRPr b="1" sz="1400">
              <a:solidFill>
                <a:srgbClr val="000000"/>
              </a:solidFill>
            </a:endParaRPr>
          </a:p>
          <a:p>
            <a:pPr indent="0" lvl="0" marL="0" rtl="0" algn="l">
              <a:lnSpc>
                <a:spcPct val="115000"/>
              </a:lnSpc>
              <a:spcBef>
                <a:spcPts val="360"/>
              </a:spcBef>
              <a:spcAft>
                <a:spcPts val="0"/>
              </a:spcAft>
              <a:buNone/>
            </a:pPr>
            <a:r>
              <a:t/>
            </a:r>
            <a:endParaRPr sz="1400">
              <a:solidFill>
                <a:srgbClr val="0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0"/>
          <p:cNvSpPr txBox="1"/>
          <p:nvPr>
            <p:ph type="title"/>
          </p:nvPr>
        </p:nvSpPr>
        <p:spPr>
          <a:xfrm>
            <a:off x="457200" y="685800"/>
            <a:ext cx="8229600" cy="8574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
              <a:t>Progress on Data Merging </a:t>
            </a:r>
            <a:endParaRPr/>
          </a:p>
        </p:txBody>
      </p:sp>
      <p:sp>
        <p:nvSpPr>
          <p:cNvPr id="114" name="Google Shape;114;p20"/>
          <p:cNvSpPr txBox="1"/>
          <p:nvPr>
            <p:ph idx="1" type="body"/>
          </p:nvPr>
        </p:nvSpPr>
        <p:spPr>
          <a:xfrm>
            <a:off x="457200" y="1682496"/>
            <a:ext cx="8229600" cy="2914800"/>
          </a:xfrm>
          <a:prstGeom prst="rect">
            <a:avLst/>
          </a:prstGeom>
        </p:spPr>
        <p:txBody>
          <a:bodyPr anchorCtr="0" anchor="t" bIns="45700" lIns="91425" spcFirstLastPara="1" rIns="91425" wrap="square" tIns="45700">
            <a:normAutofit/>
          </a:bodyPr>
          <a:lstStyle/>
          <a:p>
            <a:pPr indent="-374650" lvl="0" marL="457200" rtl="0" algn="l">
              <a:lnSpc>
                <a:spcPct val="115000"/>
              </a:lnSpc>
              <a:spcBef>
                <a:spcPts val="360"/>
              </a:spcBef>
              <a:spcAft>
                <a:spcPts val="0"/>
              </a:spcAft>
              <a:buSzPts val="2300"/>
              <a:buChar char="•"/>
            </a:pPr>
            <a:r>
              <a:rPr lang="en" sz="2300"/>
              <a:t>GM data → Zip code level</a:t>
            </a:r>
            <a:endParaRPr sz="2300"/>
          </a:p>
          <a:p>
            <a:pPr indent="-374650" lvl="0" marL="457200" rtl="0" algn="l">
              <a:lnSpc>
                <a:spcPct val="115000"/>
              </a:lnSpc>
              <a:spcBef>
                <a:spcPts val="0"/>
              </a:spcBef>
              <a:spcAft>
                <a:spcPts val="0"/>
              </a:spcAft>
              <a:buSzPts val="2300"/>
              <a:buChar char="•"/>
            </a:pPr>
            <a:r>
              <a:rPr lang="en" sz="2300"/>
              <a:t>Traffic data → (details on the next slide)</a:t>
            </a:r>
            <a:endParaRPr sz="2300"/>
          </a:p>
          <a:p>
            <a:pPr indent="-374650" lvl="0" marL="457200" rtl="0" algn="l">
              <a:lnSpc>
                <a:spcPct val="115000"/>
              </a:lnSpc>
              <a:spcBef>
                <a:spcPts val="0"/>
              </a:spcBef>
              <a:spcAft>
                <a:spcPts val="0"/>
              </a:spcAft>
              <a:buSzPts val="2300"/>
              <a:buChar char="•"/>
            </a:pPr>
            <a:r>
              <a:rPr lang="en" sz="2300"/>
              <a:t>Charging stations → granularity on latitude/longitude level </a:t>
            </a:r>
            <a:endParaRPr sz="2300"/>
          </a:p>
          <a:p>
            <a:pPr indent="-374650" lvl="0" marL="457200" rtl="0" algn="l">
              <a:lnSpc>
                <a:spcPct val="115000"/>
              </a:lnSpc>
              <a:spcBef>
                <a:spcPts val="0"/>
              </a:spcBef>
              <a:spcAft>
                <a:spcPts val="0"/>
              </a:spcAft>
              <a:buSzPts val="2300"/>
              <a:buChar char="•"/>
            </a:pPr>
            <a:r>
              <a:rPr lang="en" sz="2300"/>
              <a:t>EV_reg → transformed into count of each vehicle make per county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1"/>
          <p:cNvSpPr txBox="1"/>
          <p:nvPr>
            <p:ph type="title"/>
          </p:nvPr>
        </p:nvSpPr>
        <p:spPr>
          <a:xfrm>
            <a:off x="457200" y="685800"/>
            <a:ext cx="82296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SzPts val="990"/>
              <a:buNone/>
            </a:pPr>
            <a:r>
              <a:rPr b="1" lang="en" sz="2160">
                <a:solidFill>
                  <a:srgbClr val="222222"/>
                </a:solidFill>
              </a:rPr>
              <a:t>Assigning Accurate ZIP Codes to Tennessee Traffic Routes</a:t>
            </a:r>
            <a:endParaRPr b="1" sz="2160">
              <a:solidFill>
                <a:srgbClr val="222222"/>
              </a:solidFill>
            </a:endParaRPr>
          </a:p>
        </p:txBody>
      </p:sp>
      <p:sp>
        <p:nvSpPr>
          <p:cNvPr id="120" name="Google Shape;120;p21"/>
          <p:cNvSpPr txBox="1"/>
          <p:nvPr>
            <p:ph idx="1" type="body"/>
          </p:nvPr>
        </p:nvSpPr>
        <p:spPr>
          <a:xfrm>
            <a:off x="457200" y="1682496"/>
            <a:ext cx="8229600" cy="2914800"/>
          </a:xfrm>
          <a:prstGeom prst="rect">
            <a:avLst/>
          </a:prstGeom>
        </p:spPr>
        <p:txBody>
          <a:bodyPr anchorCtr="0" anchor="t" bIns="45700" lIns="91425" spcFirstLastPara="1" rIns="91425" wrap="square" tIns="45700">
            <a:noAutofit/>
          </a:bodyPr>
          <a:lstStyle/>
          <a:p>
            <a:pPr indent="-311150" lvl="0" marL="457200" rtl="0" algn="l">
              <a:lnSpc>
                <a:spcPct val="90000"/>
              </a:lnSpc>
              <a:spcBef>
                <a:spcPts val="360"/>
              </a:spcBef>
              <a:spcAft>
                <a:spcPts val="0"/>
              </a:spcAft>
              <a:buClr>
                <a:srgbClr val="222222"/>
              </a:buClr>
              <a:buSzPts val="1300"/>
              <a:buChar char="•"/>
            </a:pPr>
            <a:r>
              <a:rPr b="1" lang="en" sz="1300">
                <a:solidFill>
                  <a:srgbClr val="222222"/>
                </a:solidFill>
              </a:rPr>
              <a:t>Started with the Traffic Dataset</a:t>
            </a:r>
            <a:r>
              <a:rPr lang="en" sz="1300">
                <a:solidFill>
                  <a:srgbClr val="222222"/>
                </a:solidFill>
              </a:rPr>
              <a:t>: The traffic dataset lacked ZIP codes, so it was supplemented with a statewide dataset containing routes and multiple latitude/longitude points along those routes.</a:t>
            </a:r>
            <a:endParaRPr sz="1300">
              <a:solidFill>
                <a:srgbClr val="222222"/>
              </a:solidFill>
            </a:endParaRPr>
          </a:p>
          <a:p>
            <a:pPr indent="0" lvl="0" marL="457200" rtl="0" algn="l">
              <a:lnSpc>
                <a:spcPct val="90000"/>
              </a:lnSpc>
              <a:spcBef>
                <a:spcPts val="360"/>
              </a:spcBef>
              <a:spcAft>
                <a:spcPts val="0"/>
              </a:spcAft>
              <a:buNone/>
            </a:pPr>
            <a:r>
              <a:t/>
            </a:r>
            <a:endParaRPr sz="1300">
              <a:solidFill>
                <a:srgbClr val="222222"/>
              </a:solidFill>
            </a:endParaRPr>
          </a:p>
          <a:p>
            <a:pPr indent="-311150" lvl="0" marL="457200" rtl="0" algn="l">
              <a:lnSpc>
                <a:spcPct val="90000"/>
              </a:lnSpc>
              <a:spcBef>
                <a:spcPts val="360"/>
              </a:spcBef>
              <a:spcAft>
                <a:spcPts val="0"/>
              </a:spcAft>
              <a:buClr>
                <a:srgbClr val="222222"/>
              </a:buClr>
              <a:buSzPts val="1300"/>
              <a:buChar char="•"/>
            </a:pPr>
            <a:r>
              <a:rPr b="1" lang="en" sz="1300">
                <a:solidFill>
                  <a:srgbClr val="222222"/>
                </a:solidFill>
              </a:rPr>
              <a:t>Calculated Representative Coordinates</a:t>
            </a:r>
            <a:r>
              <a:rPr lang="en" sz="1300">
                <a:solidFill>
                  <a:srgbClr val="222222"/>
                </a:solidFill>
              </a:rPr>
              <a:t>: Averaged the latitude and longitude for each route to determine a single representative location for that route.</a:t>
            </a:r>
            <a:endParaRPr sz="1300">
              <a:solidFill>
                <a:srgbClr val="222222"/>
              </a:solidFill>
            </a:endParaRPr>
          </a:p>
          <a:p>
            <a:pPr indent="0" lvl="0" marL="457200" rtl="0" algn="l">
              <a:lnSpc>
                <a:spcPct val="90000"/>
              </a:lnSpc>
              <a:spcBef>
                <a:spcPts val="360"/>
              </a:spcBef>
              <a:spcAft>
                <a:spcPts val="0"/>
              </a:spcAft>
              <a:buNone/>
            </a:pPr>
            <a:r>
              <a:t/>
            </a:r>
            <a:endParaRPr sz="1300">
              <a:solidFill>
                <a:srgbClr val="222222"/>
              </a:solidFill>
            </a:endParaRPr>
          </a:p>
          <a:p>
            <a:pPr indent="-311150" lvl="0" marL="457200" rtl="0" algn="l">
              <a:lnSpc>
                <a:spcPct val="90000"/>
              </a:lnSpc>
              <a:spcBef>
                <a:spcPts val="360"/>
              </a:spcBef>
              <a:spcAft>
                <a:spcPts val="0"/>
              </a:spcAft>
              <a:buClr>
                <a:srgbClr val="222222"/>
              </a:buClr>
              <a:buSzPts val="1300"/>
              <a:buChar char="•"/>
            </a:pPr>
            <a:r>
              <a:rPr b="1" lang="en" sz="1300">
                <a:solidFill>
                  <a:srgbClr val="222222"/>
                </a:solidFill>
              </a:rPr>
              <a:t>Matched ZIP Codes to Coordinates</a:t>
            </a:r>
            <a:r>
              <a:rPr lang="en" sz="1300">
                <a:solidFill>
                  <a:srgbClr val="222222"/>
                </a:solidFill>
              </a:rPr>
              <a:t>: Using a different dataset of ZIP codes with latitude and longitude, it was  filtered to include only Tennessee ZIP codes (37010–38589) and matched each route's representative location to the closest valid ZIP code.</a:t>
            </a:r>
            <a:endParaRPr sz="1300">
              <a:solidFill>
                <a:srgbClr val="222222"/>
              </a:solidFill>
            </a:endParaRPr>
          </a:p>
          <a:p>
            <a:pPr indent="0" lvl="0" marL="457200" rtl="0" algn="l">
              <a:lnSpc>
                <a:spcPct val="90000"/>
              </a:lnSpc>
              <a:spcBef>
                <a:spcPts val="360"/>
              </a:spcBef>
              <a:spcAft>
                <a:spcPts val="0"/>
              </a:spcAft>
              <a:buNone/>
            </a:pPr>
            <a:r>
              <a:t/>
            </a:r>
            <a:endParaRPr sz="1300">
              <a:solidFill>
                <a:srgbClr val="222222"/>
              </a:solidFill>
            </a:endParaRPr>
          </a:p>
          <a:p>
            <a:pPr indent="-311150" lvl="0" marL="457200" rtl="0" algn="l">
              <a:lnSpc>
                <a:spcPct val="90000"/>
              </a:lnSpc>
              <a:spcBef>
                <a:spcPts val="360"/>
              </a:spcBef>
              <a:spcAft>
                <a:spcPts val="0"/>
              </a:spcAft>
              <a:buClr>
                <a:srgbClr val="222222"/>
              </a:buClr>
              <a:buSzPts val="1300"/>
              <a:buChar char="•"/>
            </a:pPr>
            <a:r>
              <a:rPr b="1" lang="en" sz="1300">
                <a:solidFill>
                  <a:srgbClr val="222222"/>
                </a:solidFill>
              </a:rPr>
              <a:t>Validated ZIP Codes by County</a:t>
            </a:r>
            <a:r>
              <a:rPr lang="en" sz="1300">
                <a:solidFill>
                  <a:srgbClr val="222222"/>
                </a:solidFill>
              </a:rPr>
              <a:t>: Cross-referenced the assigned ZIP codes with an official county-to-ZIP mapping. Rows with ZIP codes that didn’t belong to their respective counties were removed.</a:t>
            </a:r>
            <a:endParaRPr sz="1300">
              <a:solidFill>
                <a:srgbClr val="222222"/>
              </a:solidFill>
            </a:endParaRPr>
          </a:p>
          <a:p>
            <a:pPr indent="0" lvl="0" marL="457200" rtl="0" algn="l">
              <a:lnSpc>
                <a:spcPct val="90000"/>
              </a:lnSpc>
              <a:spcBef>
                <a:spcPts val="360"/>
              </a:spcBef>
              <a:spcAft>
                <a:spcPts val="0"/>
              </a:spcAft>
              <a:buNone/>
            </a:pPr>
            <a:r>
              <a:t/>
            </a:r>
            <a:endParaRPr sz="1300">
              <a:solidFill>
                <a:srgbClr val="222222"/>
              </a:solidFill>
            </a:endParaRPr>
          </a:p>
          <a:p>
            <a:pPr indent="-311150" lvl="0" marL="457200" rtl="0" algn="l">
              <a:lnSpc>
                <a:spcPct val="90000"/>
              </a:lnSpc>
              <a:spcBef>
                <a:spcPts val="360"/>
              </a:spcBef>
              <a:spcAft>
                <a:spcPts val="0"/>
              </a:spcAft>
              <a:buClr>
                <a:srgbClr val="222222"/>
              </a:buClr>
              <a:buSzPts val="1300"/>
              <a:buChar char="•"/>
            </a:pPr>
            <a:r>
              <a:rPr b="1" lang="en" sz="1300">
                <a:solidFill>
                  <a:srgbClr val="222222"/>
                </a:solidFill>
              </a:rPr>
              <a:t>Resulting in our routes having </a:t>
            </a:r>
            <a:r>
              <a:rPr b="1" lang="en" sz="1300">
                <a:solidFill>
                  <a:srgbClr val="222222"/>
                </a:solidFill>
              </a:rPr>
              <a:t>zip codes</a:t>
            </a:r>
            <a:r>
              <a:rPr b="1" lang="en" sz="1300">
                <a:solidFill>
                  <a:srgbClr val="222222"/>
                </a:solidFill>
              </a:rPr>
              <a:t> assigned.</a:t>
            </a:r>
            <a:endParaRPr b="1" sz="1300">
              <a:solidFill>
                <a:srgbClr val="22222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2"/>
          <p:cNvSpPr txBox="1"/>
          <p:nvPr>
            <p:ph type="ctrTitle"/>
          </p:nvPr>
        </p:nvSpPr>
        <p:spPr>
          <a:xfrm>
            <a:off x="685800" y="2020193"/>
            <a:ext cx="7772400" cy="11031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 sz="3300">
                <a:solidFill>
                  <a:srgbClr val="222222"/>
                </a:solidFill>
              </a:rPr>
              <a:t>Feedback</a:t>
            </a:r>
            <a:r>
              <a:rPr lang="en" sz="3300">
                <a:solidFill>
                  <a:srgbClr val="222222"/>
                </a:solidFill>
              </a:rPr>
              <a:t> </a:t>
            </a:r>
            <a:endParaRPr sz="3300">
              <a:solidFill>
                <a:srgbClr val="22222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16-9 White Backgroud">
  <a:themeElements>
    <a:clrScheme name="UT Brand Color Palette">
      <a:dk1>
        <a:srgbClr val="BE5700"/>
      </a:dk1>
      <a:lt1>
        <a:srgbClr val="FFFFFF"/>
      </a:lt1>
      <a:dk2>
        <a:srgbClr val="D6D2C3"/>
      </a:dk2>
      <a:lt2>
        <a:srgbClr val="333F48"/>
      </a:lt2>
      <a:accent1>
        <a:srgbClr val="F7961F"/>
      </a:accent1>
      <a:accent2>
        <a:srgbClr val="FFD600"/>
      </a:accent2>
      <a:accent3>
        <a:srgbClr val="A6CC57"/>
      </a:accent3>
      <a:accent4>
        <a:srgbClr val="579C41"/>
      </a:accent4>
      <a:accent5>
        <a:srgbClr val="00A8B6"/>
      </a:accent5>
      <a:accent6>
        <a:srgbClr val="005E86"/>
      </a:accent6>
      <a:hlink>
        <a:srgbClr val="BF5700"/>
      </a:hlink>
      <a:folHlink>
        <a:srgbClr val="9CADB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